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58" r:id="rId5"/>
    <p:sldId id="260" r:id="rId6"/>
    <p:sldId id="266" r:id="rId7"/>
    <p:sldId id="263" r:id="rId8"/>
    <p:sldId id="264" r:id="rId9"/>
    <p:sldId id="267" r:id="rId10"/>
    <p:sldId id="268" r:id="rId1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686" y="67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Отчет по Лабораторной  работе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№5</a:t>
            </a:r>
            <a:endParaRPr lang="ru-RU" sz="4800" dirty="0"/>
          </a:p>
        </p:txBody>
      </p:sp>
      <p:sp>
        <p:nvSpPr>
          <p:cNvPr id="4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24830" y="489204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Подготовили: </a:t>
            </a:r>
            <a:r>
              <a:rPr lang="ru-RU" sz="2000" dirty="0" err="1">
                <a:latin typeface="+mj-lt"/>
                <a:ea typeface="+mj-ea"/>
                <a:cs typeface="+mj-cs"/>
              </a:rPr>
              <a:t>Бикбавов</a:t>
            </a:r>
            <a:r>
              <a:rPr lang="ru-RU" sz="2000" dirty="0">
                <a:latin typeface="+mj-lt"/>
                <a:ea typeface="+mj-ea"/>
                <a:cs typeface="+mj-cs"/>
              </a:rPr>
              <a:t> Дамир, Кручинин Игорь</a:t>
            </a: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ТКИ-341.</a:t>
            </a: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Проверили: Сидоренко Валентина Геннадиевна – проф., доктор технических наук</a:t>
            </a: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Сафронов Антон Игоревич – доцент, кандидат технических наук.</a:t>
            </a: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360" y="173111"/>
            <a:ext cx="4048125" cy="101537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Запуск исследуемого файла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092293" y="5420860"/>
            <a:ext cx="3811270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 Запуск программы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DB88EC-2143-750E-434A-27F2B2549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5"/>
          <a:stretch>
            <a:fillRect/>
          </a:stretch>
        </p:blipFill>
        <p:spPr>
          <a:xfrm>
            <a:off x="3986074" y="1926454"/>
            <a:ext cx="4282658" cy="2579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63195" y="672465"/>
            <a:ext cx="4939030" cy="1044575"/>
          </a:xfrm>
        </p:spPr>
        <p:txBody>
          <a:bodyPr>
            <a:normAutofit fontScale="90000"/>
          </a:bodyPr>
          <a:lstStyle/>
          <a:p>
            <a:r>
              <a:rPr lang="ru-RU" altLang="ru-RU" sz="3200" b="1" dirty="0"/>
              <a:t>Исследование файла и нахождение основных функций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371975" y="5854700"/>
            <a:ext cx="4337050" cy="435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Основные функции программы</a:t>
            </a: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2803525"/>
            <a:ext cx="3448050" cy="24003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96C23E-9F32-AC1C-3B17-6CBAF9B89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366" y="1415861"/>
            <a:ext cx="3715268" cy="4229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Дизассемблирование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363573" y="5814935"/>
            <a:ext cx="3811270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Дизассемблированный </a:t>
            </a:r>
            <a:r>
              <a:rPr lang="en-US" dirty="0"/>
              <a:t>main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16750" y="5226050"/>
            <a:ext cx="3811270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1691224-D7F8-0D69-0105-06216AFB9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045" y="891306"/>
            <a:ext cx="6992326" cy="48298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Дизассемблирование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 dirty="0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3886200" y="5969000"/>
            <a:ext cx="441960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 Дизассемблирование функции </a:t>
            </a:r>
            <a:r>
              <a:rPr lang="en-US" dirty="0" err="1"/>
              <a:t>swprintf</a:t>
            </a:r>
            <a:endParaRPr lang="en-US" alt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853CD4-8581-5B76-B891-3BD440E14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08" y="966499"/>
            <a:ext cx="6930009" cy="4925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602615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Дамп памяти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 dirty="0"/>
          </a:p>
        </p:txBody>
      </p:sp>
      <p:sp>
        <p:nvSpPr>
          <p:cNvPr id="11" name="TextBox 7"/>
          <p:cNvSpPr txBox="1"/>
          <p:nvPr>
            <p:custDataLst>
              <p:tags r:id="rId1"/>
            </p:custDataLst>
          </p:nvPr>
        </p:nvSpPr>
        <p:spPr>
          <a:xfrm>
            <a:off x="3805394" y="5653455"/>
            <a:ext cx="441960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 </a:t>
            </a:r>
            <a:r>
              <a:rPr lang="en-US" dirty="0"/>
              <a:t>hex </a:t>
            </a:r>
            <a:r>
              <a:rPr lang="ru-RU" dirty="0"/>
              <a:t>дамп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919785-3D1B-952D-9933-69D8F4B2F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257" y="713875"/>
            <a:ext cx="5873485" cy="4859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/>
              <a:t>Декомпилирование 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 dirty="0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3886200" y="5969000"/>
            <a:ext cx="441960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 Декомпилирование </a:t>
            </a:r>
            <a:r>
              <a:rPr lang="en-US" dirty="0"/>
              <a:t>main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FF5224-7A3A-EB5F-F349-FEBF0095C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191" y="1899823"/>
            <a:ext cx="7877617" cy="27810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Декомпилирование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 dirty="0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3790315" y="5122545"/>
            <a:ext cx="461073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Декомпилирование </a:t>
            </a:r>
          </a:p>
          <a:p>
            <a:pPr algn="ctr"/>
            <a:r>
              <a:rPr lang="ru-RU" altLang="en-US" dirty="0"/>
              <a:t>функции </a:t>
            </a:r>
            <a:r>
              <a:rPr lang="en-US" altLang="en-US" dirty="0" err="1"/>
              <a:t>swprintf</a:t>
            </a:r>
            <a:endParaRPr lang="en-US" alt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59813B-ED46-24A5-47FD-7F663381E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72" y="2090550"/>
            <a:ext cx="9897856" cy="26768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20345" y="154061"/>
            <a:ext cx="4048125" cy="101537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Восстановленный код</a:t>
            </a:r>
            <a:br>
              <a:rPr lang="ru-RU" sz="3200" b="1" dirty="0"/>
            </a:br>
            <a:r>
              <a:rPr lang="ru-RU" sz="3200" b="1" dirty="0"/>
              <a:t>программы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 dirty="0"/>
          </a:p>
        </p:txBody>
      </p:sp>
      <p:sp>
        <p:nvSpPr>
          <p:cNvPr id="11" name="TextBox 7"/>
          <p:cNvSpPr txBox="1"/>
          <p:nvPr>
            <p:custDataLst>
              <p:tags r:id="rId1"/>
            </p:custDataLst>
          </p:nvPr>
        </p:nvSpPr>
        <p:spPr>
          <a:xfrm>
            <a:off x="637540" y="3274060"/>
            <a:ext cx="461073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 Восстановленный </a:t>
            </a:r>
          </a:p>
          <a:p>
            <a:pPr algn="ctr"/>
            <a:r>
              <a:rPr lang="ru-RU" dirty="0"/>
              <a:t>изначальный код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0205B8-2166-25F7-96BD-BC8397A29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699" y="136525"/>
            <a:ext cx="3833759" cy="64673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5972175" cy="1156970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Пример работы восстановленного кода программы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40" y="2429510"/>
            <a:ext cx="3195320" cy="1998345"/>
          </a:xfrm>
          <a:prstGeom prst="rect">
            <a:avLst/>
          </a:prstGeom>
        </p:spPr>
      </p:pic>
      <p:sp>
        <p:nvSpPr>
          <p:cNvPr id="4" name="TextBox 7"/>
          <p:cNvSpPr txBox="1"/>
          <p:nvPr>
            <p:custDataLst>
              <p:tags r:id="rId1"/>
            </p:custDataLst>
          </p:nvPr>
        </p:nvSpPr>
        <p:spPr>
          <a:xfrm>
            <a:off x="3790631" y="4667552"/>
            <a:ext cx="461073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Запуск</a:t>
            </a:r>
            <a:r>
              <a:rPr lang="en-US" dirty="0"/>
              <a:t> </a:t>
            </a:r>
            <a:r>
              <a:rPr lang="ru-RU" dirty="0" err="1"/>
              <a:t>востановленного</a:t>
            </a:r>
            <a:r>
              <a:rPr lang="ru-RU" dirty="0"/>
              <a:t> кода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A734D2-5905-FA9E-9B1B-50141942C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392" y="2400156"/>
            <a:ext cx="3153215" cy="20576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98</Words>
  <Application>Microsoft Office PowerPoint</Application>
  <PresentationFormat>Широкоэкранный</PresentationFormat>
  <Paragraphs>35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微软雅黑</vt:lpstr>
      <vt:lpstr>Arial</vt:lpstr>
      <vt:lpstr>Calibri</vt:lpstr>
      <vt:lpstr>Calibri Light</vt:lpstr>
      <vt:lpstr>Times New Roman</vt:lpstr>
      <vt:lpstr>Office Theme</vt:lpstr>
      <vt:lpstr>Отчет по Лабораторной  работе №5</vt:lpstr>
      <vt:lpstr>Запуск исследуемого файла</vt:lpstr>
      <vt:lpstr>Исследование файла и нахождение основных функций</vt:lpstr>
      <vt:lpstr>Дизассемблирование </vt:lpstr>
      <vt:lpstr>Дизассемблирование </vt:lpstr>
      <vt:lpstr>Дамп памяти </vt:lpstr>
      <vt:lpstr>Декомпилирование </vt:lpstr>
      <vt:lpstr>Декомпилирование </vt:lpstr>
      <vt:lpstr>Восстановленный код программы </vt:lpstr>
      <vt:lpstr>Пример работы восстановленного кода программы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I461</dc:creator>
  <cp:lastModifiedBy>Бикбавов Дамир Русланович</cp:lastModifiedBy>
  <cp:revision>18</cp:revision>
  <dcterms:created xsi:type="dcterms:W3CDTF">2025-07-23T00:59:00Z</dcterms:created>
  <dcterms:modified xsi:type="dcterms:W3CDTF">2026-06-08T18:09:00Z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E9570D2E314C4FE9B5D2497FAA2293AB_13</vt:lpwstr>
  </property>
</Properties>
</file>