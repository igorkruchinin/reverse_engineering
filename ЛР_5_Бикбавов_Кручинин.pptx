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57" r:id="rId3"/>
    <p:sldId id="259" r:id="rId4"/>
    <p:sldId id="263" r:id="rId5"/>
    <p:sldId id="267" r:id="rId6"/>
    <p:sldId id="268" r:id="rId7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686" y="67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 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4800" dirty="0"/>
              <a:t>Отчет по Лабораторной  работе </a:t>
            </a:r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№5</a:t>
            </a:r>
            <a:endParaRPr lang="ru-RU" sz="4800" dirty="0"/>
          </a:p>
        </p:txBody>
      </p:sp>
      <p:sp>
        <p:nvSpPr>
          <p:cNvPr id="4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624830" y="4892040"/>
            <a:ext cx="6400800" cy="1752600"/>
          </a:xfrm>
        </p:spPr>
        <p:txBody>
          <a:bodyPr>
            <a:normAutofit fontScale="85000" lnSpcReduction="20000"/>
          </a:bodyPr>
          <a:lstStyle/>
          <a:p>
            <a:pPr algn="r"/>
            <a:r>
              <a:rPr lang="ru-RU" sz="2000" dirty="0">
                <a:latin typeface="+mj-lt"/>
                <a:ea typeface="+mj-ea"/>
                <a:cs typeface="+mj-cs"/>
              </a:rPr>
              <a:t>Подготовили: </a:t>
            </a:r>
            <a:r>
              <a:rPr lang="ru-RU" sz="2000" dirty="0" err="1">
                <a:latin typeface="+mj-lt"/>
                <a:ea typeface="+mj-ea"/>
                <a:cs typeface="+mj-cs"/>
              </a:rPr>
              <a:t>Бикбавов</a:t>
            </a:r>
            <a:r>
              <a:rPr lang="ru-RU" sz="2000" dirty="0">
                <a:latin typeface="+mj-lt"/>
                <a:ea typeface="+mj-ea"/>
                <a:cs typeface="+mj-cs"/>
              </a:rPr>
              <a:t> Дамир, Кручинин Игорь</a:t>
            </a:r>
          </a:p>
          <a:p>
            <a:pPr algn="r"/>
            <a:r>
              <a:rPr lang="ru-RU" sz="2000" dirty="0">
                <a:latin typeface="+mj-lt"/>
                <a:ea typeface="+mj-ea"/>
                <a:cs typeface="+mj-cs"/>
              </a:rPr>
              <a:t>ТКИ-341.</a:t>
            </a:r>
          </a:p>
          <a:p>
            <a:pPr algn="r"/>
            <a:r>
              <a:rPr lang="ru-RU" sz="2000" dirty="0">
                <a:latin typeface="+mj-lt"/>
                <a:ea typeface="+mj-ea"/>
                <a:cs typeface="+mj-cs"/>
              </a:rPr>
              <a:t>Проверили: Сидоренко Валентина Геннадиевна – проф., доктор технических наук</a:t>
            </a:r>
          </a:p>
          <a:p>
            <a:pPr algn="r"/>
            <a:r>
              <a:rPr lang="ru-RU" sz="2000" dirty="0">
                <a:latin typeface="+mj-lt"/>
                <a:ea typeface="+mj-ea"/>
                <a:cs typeface="+mj-cs"/>
              </a:rPr>
              <a:t>Сафронов Антон Игоревич – доцент, кандидат технических наук.</a:t>
            </a:r>
          </a:p>
          <a:p>
            <a:pPr algn="r"/>
            <a:r>
              <a:rPr lang="ru-RU" sz="2000" dirty="0">
                <a:latin typeface="+mj-lt"/>
                <a:ea typeface="+mj-ea"/>
                <a:cs typeface="+mj-cs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86360" y="173111"/>
            <a:ext cx="4048125" cy="1015375"/>
          </a:xfrm>
        </p:spPr>
        <p:txBody>
          <a:bodyPr>
            <a:normAutofit fontScale="90000"/>
          </a:bodyPr>
          <a:lstStyle/>
          <a:p>
            <a:r>
              <a:rPr lang="ru-RU" sz="3200" b="1" dirty="0"/>
              <a:t>Запуск исследуемого файла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2</a:t>
            </a:fld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5092293" y="5420860"/>
            <a:ext cx="3811270" cy="3873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ru-RU" dirty="0"/>
              <a:t> Запуск программы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CDB88EC-2143-750E-434A-27F2B2549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45"/>
          <a:stretch>
            <a:fillRect/>
          </a:stretch>
        </p:blipFill>
        <p:spPr>
          <a:xfrm>
            <a:off x="3986074" y="1926454"/>
            <a:ext cx="4282658" cy="257968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63195" y="672465"/>
            <a:ext cx="4939030" cy="1044575"/>
          </a:xfrm>
        </p:spPr>
        <p:txBody>
          <a:bodyPr>
            <a:normAutofit fontScale="90000"/>
          </a:bodyPr>
          <a:lstStyle/>
          <a:p>
            <a:r>
              <a:rPr lang="ru-RU" altLang="ru-RU" sz="3200" b="1" dirty="0"/>
              <a:t>Исследование файла и нахождение основных функций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3</a:t>
            </a:fld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4371975" y="5854700"/>
            <a:ext cx="4337050" cy="435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ru-RU" dirty="0"/>
              <a:t>При помощи </a:t>
            </a:r>
            <a:r>
              <a:rPr lang="en-US" dirty="0"/>
              <a:t>IDA Pro </a:t>
            </a:r>
            <a:r>
              <a:rPr lang="ru-RU" dirty="0"/>
              <a:t>обнаружили, что код написан на </a:t>
            </a:r>
            <a:r>
              <a:rPr lang="en-US" dirty="0"/>
              <a:t>python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2C63604-B939-254B-C69A-000673F97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072" y="3128920"/>
            <a:ext cx="9173855" cy="6001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-63189"/>
            <a:ext cx="12064753" cy="1015375"/>
          </a:xfrm>
        </p:spPr>
        <p:txBody>
          <a:bodyPr>
            <a:normAutofit/>
          </a:bodyPr>
          <a:lstStyle/>
          <a:p>
            <a:r>
              <a:rPr lang="ru-RU" sz="3200" b="1" dirty="0"/>
              <a:t>Распакованный</a:t>
            </a:r>
            <a:r>
              <a:rPr lang="en-US" sz="3200" b="1" dirty="0"/>
              <a:t> exe </a:t>
            </a:r>
            <a:r>
              <a:rPr lang="ru-RU" sz="3200" b="1" dirty="0"/>
              <a:t>через </a:t>
            </a:r>
            <a:r>
              <a:rPr lang="en-US" sz="3200" b="1" dirty="0" err="1"/>
              <a:t>pyinstxtractor</a:t>
            </a:r>
            <a:r>
              <a:rPr lang="ru-RU" sz="3200" b="1" dirty="0"/>
              <a:t> 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4</a:t>
            </a:fld>
            <a:endParaRPr lang="ru-RU" dirty="0"/>
          </a:p>
        </p:txBody>
      </p:sp>
      <p:sp>
        <p:nvSpPr>
          <p:cNvPr id="8" name="TextBox 7"/>
          <p:cNvSpPr txBox="1"/>
          <p:nvPr>
            <p:custDataLst>
              <p:tags r:id="rId1"/>
            </p:custDataLst>
          </p:nvPr>
        </p:nvSpPr>
        <p:spPr>
          <a:xfrm>
            <a:off x="3886200" y="5969000"/>
            <a:ext cx="4419600" cy="444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ru-RU" dirty="0"/>
              <a:t> </a:t>
            </a:r>
            <a:endParaRPr lang="en-US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2FB891E-2602-4CA2-9DE5-7C48F1C9D8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062" y="1277222"/>
            <a:ext cx="8842814" cy="51362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220345" y="154061"/>
            <a:ext cx="4123424" cy="1594840"/>
          </a:xfrm>
        </p:spPr>
        <p:txBody>
          <a:bodyPr>
            <a:normAutofit fontScale="90000"/>
          </a:bodyPr>
          <a:lstStyle/>
          <a:p>
            <a:r>
              <a:rPr lang="ru-RU" sz="3200" b="1" dirty="0"/>
              <a:t>Восстановленный код</a:t>
            </a:r>
            <a:br>
              <a:rPr lang="ru-RU" sz="3200" b="1" dirty="0"/>
            </a:br>
            <a:r>
              <a:rPr lang="ru-RU" sz="3200" b="1" dirty="0"/>
              <a:t>программы через </a:t>
            </a:r>
            <a:r>
              <a:rPr lang="en-US" sz="3200" b="1" dirty="0"/>
              <a:t>decompyle3</a:t>
            </a:r>
            <a:r>
              <a:rPr lang="ru-RU" sz="3200" b="1" dirty="0"/>
              <a:t> 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5</a:t>
            </a:fld>
            <a:endParaRPr lang="ru-RU" dirty="0"/>
          </a:p>
        </p:txBody>
      </p:sp>
      <p:sp>
        <p:nvSpPr>
          <p:cNvPr id="11" name="TextBox 7"/>
          <p:cNvSpPr txBox="1"/>
          <p:nvPr>
            <p:custDataLst>
              <p:tags r:id="rId1"/>
            </p:custDataLst>
          </p:nvPr>
        </p:nvSpPr>
        <p:spPr>
          <a:xfrm>
            <a:off x="637540" y="3274060"/>
            <a:ext cx="461073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ru-RU" dirty="0"/>
              <a:t> Восстановленный </a:t>
            </a:r>
          </a:p>
          <a:p>
            <a:pPr algn="ctr"/>
            <a:r>
              <a:rPr lang="ru-RU" dirty="0"/>
              <a:t>изначальный код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8FC6718-78F8-F466-A9C9-807CD5EB9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015" y="213064"/>
            <a:ext cx="4123424" cy="64318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0"/>
            <a:ext cx="5972175" cy="1156970"/>
          </a:xfrm>
        </p:spPr>
        <p:txBody>
          <a:bodyPr>
            <a:normAutofit fontScale="90000"/>
          </a:bodyPr>
          <a:lstStyle/>
          <a:p>
            <a:r>
              <a:rPr lang="ru-RU" sz="3200" b="1" dirty="0"/>
              <a:t>Пример работы восстановленного кода программы 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6</a:t>
            </a:fld>
            <a:endParaRPr lang="ru-RU" dirty="0"/>
          </a:p>
        </p:txBody>
      </p:sp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340" y="2429510"/>
            <a:ext cx="3195320" cy="1998345"/>
          </a:xfrm>
          <a:prstGeom prst="rect">
            <a:avLst/>
          </a:prstGeom>
        </p:spPr>
      </p:pic>
      <p:sp>
        <p:nvSpPr>
          <p:cNvPr id="4" name="TextBox 7"/>
          <p:cNvSpPr txBox="1"/>
          <p:nvPr>
            <p:custDataLst>
              <p:tags r:id="rId1"/>
            </p:custDataLst>
          </p:nvPr>
        </p:nvSpPr>
        <p:spPr>
          <a:xfrm>
            <a:off x="3790631" y="4667552"/>
            <a:ext cx="461073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ru-RU" dirty="0"/>
              <a:t>Запуск</a:t>
            </a:r>
            <a:r>
              <a:rPr lang="en-US" dirty="0"/>
              <a:t> </a:t>
            </a:r>
            <a:r>
              <a:rPr lang="ru-RU" dirty="0" err="1"/>
              <a:t>вос</a:t>
            </a:r>
            <a:r>
              <a:rPr lang="en-US" dirty="0"/>
              <a:t>c</a:t>
            </a:r>
            <a:r>
              <a:rPr lang="ru-RU" dirty="0" err="1"/>
              <a:t>тановленного</a:t>
            </a:r>
            <a:r>
              <a:rPr lang="ru-RU" dirty="0"/>
              <a:t> кода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A734D2-5905-FA9E-9B1B-50141942CF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392" y="2400156"/>
            <a:ext cx="3153215" cy="2057687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2.45,&quot;left&quot;:6.8,&quot;top&quot;:142.55,&quot;width&quot;:923.0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2.45,&quot;left&quot;:6.8,&quot;top&quot;:142.55,&quot;width&quot;:923.0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2.45,&quot;left&quot;:6.8,&quot;top&quot;:142.55,&quot;width&quot;:923.0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90</Words>
  <Application>Microsoft Office PowerPoint</Application>
  <PresentationFormat>Широкоэкранный</PresentationFormat>
  <Paragraphs>22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2" baseType="lpstr">
      <vt:lpstr>微软雅黑</vt:lpstr>
      <vt:lpstr>Arial</vt:lpstr>
      <vt:lpstr>Calibri</vt:lpstr>
      <vt:lpstr>Calibri Light</vt:lpstr>
      <vt:lpstr>Times New Roman</vt:lpstr>
      <vt:lpstr>Office Theme</vt:lpstr>
      <vt:lpstr>Отчет по Лабораторной  работе №5</vt:lpstr>
      <vt:lpstr>Запуск исследуемого файла</vt:lpstr>
      <vt:lpstr>Исследование файла и нахождение основных функций</vt:lpstr>
      <vt:lpstr>Распакованный exe через pyinstxtractor </vt:lpstr>
      <vt:lpstr>Восстановленный код программы через decompyle3 </vt:lpstr>
      <vt:lpstr>Пример работы восстановленного кода программы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I461</dc:creator>
  <cp:lastModifiedBy>Бикбавов Дамир Русланович</cp:lastModifiedBy>
  <cp:revision>23</cp:revision>
  <dcterms:created xsi:type="dcterms:W3CDTF">2025-07-23T00:59:00Z</dcterms:created>
  <dcterms:modified xsi:type="dcterms:W3CDTF">2026-06-09T09:49:53Z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1049-12.2.0.23196</vt:lpwstr>
  </property>
  <property fmtid="{D5CDD505-2E9C-101B-9397-08002B2CF9AE}" pid="3" name="ICV">
    <vt:lpwstr>E9570D2E314C4FE9B5D2497FAA2293AB_13</vt:lpwstr>
  </property>
</Properties>
</file>