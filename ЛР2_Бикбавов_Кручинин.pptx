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9"/>
  </p:notesMasterIdLst>
  <p:sldIdLst>
    <p:sldId id="256" r:id="rId2"/>
    <p:sldId id="277" r:id="rId3"/>
    <p:sldId id="258" r:id="rId4"/>
    <p:sldId id="278" r:id="rId5"/>
    <p:sldId id="279" r:id="rId6"/>
    <p:sldId id="281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394" r:id="rId17"/>
    <p:sldId id="395" r:id="rId18"/>
    <p:sldId id="396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9" r:id="rId42"/>
    <p:sldId id="314" r:id="rId43"/>
    <p:sldId id="315" r:id="rId44"/>
    <p:sldId id="316" r:id="rId45"/>
    <p:sldId id="317" r:id="rId46"/>
    <p:sldId id="318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9" r:id="rId56"/>
    <p:sldId id="328" r:id="rId57"/>
    <p:sldId id="331" r:id="rId58"/>
    <p:sldId id="332" r:id="rId59"/>
    <p:sldId id="333" r:id="rId60"/>
    <p:sldId id="334" r:id="rId61"/>
    <p:sldId id="339" r:id="rId62"/>
    <p:sldId id="335" r:id="rId63"/>
    <p:sldId id="336" r:id="rId64"/>
    <p:sldId id="337" r:id="rId65"/>
    <p:sldId id="338" r:id="rId66"/>
    <p:sldId id="340" r:id="rId67"/>
    <p:sldId id="341" r:id="rId68"/>
    <p:sldId id="342" r:id="rId69"/>
    <p:sldId id="343" r:id="rId70"/>
    <p:sldId id="344" r:id="rId71"/>
    <p:sldId id="345" r:id="rId72"/>
    <p:sldId id="346" r:id="rId73"/>
    <p:sldId id="347" r:id="rId74"/>
    <p:sldId id="348" r:id="rId75"/>
    <p:sldId id="349" r:id="rId76"/>
    <p:sldId id="350" r:id="rId77"/>
    <p:sldId id="351" r:id="rId78"/>
    <p:sldId id="352" r:id="rId79"/>
    <p:sldId id="353" r:id="rId80"/>
    <p:sldId id="354" r:id="rId81"/>
    <p:sldId id="356" r:id="rId82"/>
    <p:sldId id="357" r:id="rId83"/>
    <p:sldId id="358" r:id="rId84"/>
    <p:sldId id="359" r:id="rId85"/>
    <p:sldId id="360" r:id="rId86"/>
    <p:sldId id="361" r:id="rId87"/>
    <p:sldId id="362" r:id="rId88"/>
    <p:sldId id="363" r:id="rId89"/>
    <p:sldId id="364" r:id="rId90"/>
    <p:sldId id="365" r:id="rId91"/>
    <p:sldId id="366" r:id="rId92"/>
    <p:sldId id="367" r:id="rId93"/>
    <p:sldId id="368" r:id="rId94"/>
    <p:sldId id="369" r:id="rId95"/>
    <p:sldId id="370" r:id="rId96"/>
    <p:sldId id="371" r:id="rId97"/>
    <p:sldId id="372" r:id="rId98"/>
    <p:sldId id="373" r:id="rId99"/>
    <p:sldId id="374" r:id="rId100"/>
    <p:sldId id="375" r:id="rId101"/>
    <p:sldId id="376" r:id="rId102"/>
    <p:sldId id="377" r:id="rId103"/>
    <p:sldId id="378" r:id="rId104"/>
    <p:sldId id="379" r:id="rId105"/>
    <p:sldId id="380" r:id="rId106"/>
    <p:sldId id="381" r:id="rId107"/>
    <p:sldId id="382" r:id="rId108"/>
    <p:sldId id="384" r:id="rId109"/>
    <p:sldId id="385" r:id="rId110"/>
    <p:sldId id="386" r:id="rId111"/>
    <p:sldId id="387" r:id="rId112"/>
    <p:sldId id="388" r:id="rId113"/>
    <p:sldId id="389" r:id="rId114"/>
    <p:sldId id="390" r:id="rId115"/>
    <p:sldId id="391" r:id="rId116"/>
    <p:sldId id="393" r:id="rId117"/>
    <p:sldId id="392" r:id="rId1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ячеслав Луканкин" initials="ВЛ" lastIdx="1" clrIdx="0">
    <p:extLst>
      <p:ext uri="{19B8F6BF-5375-455C-9EA6-DF929625EA0E}">
        <p15:presenceInfo xmlns:p15="http://schemas.microsoft.com/office/powerpoint/2012/main" userId="6f027be5df5f3e5d" providerId="Windows Live"/>
      </p:ext>
    </p:extLst>
  </p:cmAuthor>
  <p:cmAuthor id="2" name="Kirill" initials="K" lastIdx="1" clrIdx="1">
    <p:extLst>
      <p:ext uri="{19B8F6BF-5375-455C-9EA6-DF929625EA0E}">
        <p15:presenceInfo xmlns:p15="http://schemas.microsoft.com/office/powerpoint/2012/main" userId="Kiri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40AD2-A484-41DE-BC06-FF4325DD9370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8A1DE-1B09-4630-AD73-E75276FD1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8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58A63-ABBF-475F-8942-5346544E5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A071A9-1EAA-419C-ADE0-554177705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A5306-0BE0-4F25-9D1F-3E418A73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C9E1-008F-428F-8A9F-3C944305E04A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9166B-51E3-4BAB-AE8A-920E54BC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8733A-FC1E-474E-9D39-9159D96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3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BE857-308E-4CEA-AF5F-99C9CB66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6B8A-6F38-4DFC-8B2F-24A567E2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FEE21-AFF9-482F-A8E4-44272C9A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C786-1C11-44A5-841D-7669A0A8111E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25EF61-9185-4FFE-A986-D95DE645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71ACD-3238-4E36-8113-488E09F8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97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896BA-5C88-4C07-B3D7-2044241D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02A988-7CBA-4944-8381-F2460556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29DF6-955D-41E9-A057-474D62E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6E36-1A35-4E09-9B75-6CCD6BD873F9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44680-DDC4-4817-A45E-901E9549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DBD49C-C91F-4C13-B31C-274F8DF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8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DB464-A9AB-402B-891A-22A2FC78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F1E28-D346-453B-B7D6-F02B0819A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C014FE-AF55-4BA6-9CDE-A838B29B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64BCED-6D25-4BEA-AB51-E62ABDD5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2A5CE-209B-41EE-850D-02E0F3A9AE55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33B8F-1A69-4569-9038-04B54640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672E17-65F2-4C25-8099-28056667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0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B15E0-82BF-4444-BB89-85283A66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EF1FB-AC4A-4E74-9A38-78AFCEED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7EFEDF-D487-4B5E-AF66-6F339BEF8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B51D8E-55F8-4662-A140-50A747E9E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794CF7-571A-4107-980E-667448295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97E7D1-D709-442F-8019-1CCF9740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D0FA-9E98-4D44-932C-E76CCAE0F896}" type="datetime1">
              <a:rPr lang="ru-RU" smtClean="0"/>
              <a:t>29.04.2026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F53CF0-BDCD-4D90-A65E-D428622E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81C43-B42A-459A-B056-42E1BBCC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8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7B466-CA56-4410-8E76-042EA4CD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028F0B-387D-4317-96A7-04617F41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BD9CF-0E86-4ACD-94E5-1BFFB7E28F09}" type="datetime1">
              <a:rPr lang="ru-RU" smtClean="0"/>
              <a:t>29.04.2026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86C09C-6D0F-49A1-BFC9-E4E81845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6AA7C5-B8FE-47C0-B86D-6AF5E45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2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7ED060-5746-4E21-9146-5C5202E5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F5D0-687B-406B-BBAE-3FDF0FECB765}" type="datetime1">
              <a:rPr lang="ru-RU" smtClean="0"/>
              <a:t>29.04.2026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8C9ADF-04F3-447D-B29A-4A0251B6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98F01F-FCEA-446F-8020-AE631A8A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E121-6D9A-4149-9294-84C11508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D605C-6F54-45CC-A127-C7BF96228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4760B6-B5F9-462B-9742-03D50D957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FF12AA-AF02-4151-8CD5-4AE0ABA1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5B94-352E-4AA3-92DB-00F08D14BC6C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3B46D-34D0-4704-859E-985A1432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748175-163B-42F9-BAC6-7911DEA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D9FED-E67C-4EBE-8FEF-2CFB95B2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DE4B39-165C-41F1-B516-2DBA0126F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7E89E5-A1BA-4141-BB60-8521E014A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CBB5F8-2406-4A46-A4E9-EF7080F1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BDE8-BE82-4DF7-A85D-5BBEADE769DD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A51798-84DC-4B33-958D-140F10B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03646F-AE6D-4254-B690-5B693C6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CF9CB-E5B9-49EE-A410-EC9ED71B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DB5C6-DC03-4477-85F9-6433D887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684CCB-C517-47BE-BB26-15BD4039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8609-FCE7-4971-8D4D-0A5E9E815CBF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6CD1B-4233-4941-A2BA-8870DF12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7A19F-F4A9-4BCA-937F-8B73AEBC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EF9B79-FE79-443E-B993-FEC3722F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F2FEEB-D4BE-47FF-AD52-5FB6BB935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00FB2-4BDB-4C0B-8FC1-E08147ED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2F98-8DBD-400C-B251-C733B32AF5D0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C2382-E973-44F4-AD00-C9DFB90B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8DED7-04D7-46BD-A0C4-70E38AF3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23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6AC2E-B3EA-4BF3-94D4-81EB6E89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272F78-F218-4D49-8772-19BABE8F7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AF030-432C-4C96-9178-27AF307FE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C1102-B0A2-4BF1-9A31-5AE07E32093E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083B-B573-43DA-AD92-45E5FE3E8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65E0F-8B71-4FE9-9942-61D38CCA8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15070-8EC7-4896-93E4-CD79ED0A8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Технология реверс-инжиниринга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2. 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23117D-CE7D-427A-BCCB-F5233B6C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9558" y="4850296"/>
            <a:ext cx="3201726" cy="1713222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Презентацию выполнили студенты ТКИ-341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Бикбавов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Дамир ,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Кручинин Игорь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Наставники: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Сидоренко Валентина Геннадьевна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Сафронов Антон Игоревич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DF111F-765A-4B25-B583-6F8F1B74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16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F9543-95E6-41E5-87F2-D10FFFEFE333}"/>
              </a:ext>
            </a:extLst>
          </p:cNvPr>
          <p:cNvSpPr txBox="1"/>
          <p:nvPr/>
        </p:nvSpPr>
        <p:spPr>
          <a:xfrm>
            <a:off x="6556251" y="120103"/>
            <a:ext cx="3568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программы на языке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69C70D-FEAA-3C5A-8B23-A23F418FD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5" y="577812"/>
            <a:ext cx="3560567" cy="56720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E1C61C-1965-E358-8C40-13C44507B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320" y="866497"/>
            <a:ext cx="3795673" cy="557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8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5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9C901A45-6F15-469B-8724-221CF9102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99" y="1235916"/>
            <a:ext cx="6592871" cy="5403570"/>
          </a:xfrm>
        </p:spPr>
      </p:pic>
    </p:spTree>
    <p:extLst>
      <p:ext uri="{BB962C8B-B14F-4D97-AF65-F5344CB8AC3E}">
        <p14:creationId xmlns:p14="http://schemas.microsoft.com/office/powerpoint/2010/main" val="223601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5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Часть 1                                                                         Часть 2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19392DF-142F-4008-94F9-427E1096A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25563"/>
            <a:ext cx="4857064" cy="5461207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C75B98-EB23-4A2A-ADB2-464B31C2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223" y="1325563"/>
            <a:ext cx="6526306" cy="54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9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5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Часть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21C4FC3-EC46-410D-8483-D7AFC04F6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23" y="1465340"/>
            <a:ext cx="11728553" cy="3642109"/>
          </a:xfrm>
        </p:spPr>
      </p:pic>
    </p:spTree>
    <p:extLst>
      <p:ext uri="{BB962C8B-B14F-4D97-AF65-F5344CB8AC3E}">
        <p14:creationId xmlns:p14="http://schemas.microsoft.com/office/powerpoint/2010/main" val="128309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" y="1365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Часть 1                                                                                       Часть 2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CD15AE4-8A2D-4478-814B-75C78672E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5" y="956761"/>
            <a:ext cx="4173070" cy="5862171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DAC2AB9-712D-4CA2-A9B0-B0B4D0367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739" y="956761"/>
            <a:ext cx="4984143" cy="58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54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" y="3227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Часть 1                                                                                           Часть 2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D1765A2A-941C-47A5-A7ED-89CDB44C2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1" y="1336582"/>
            <a:ext cx="6096000" cy="4858870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0AC60B-562E-472C-8614-4ECC42C24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074" y="1336582"/>
            <a:ext cx="5961538" cy="485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1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" y="3227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Часть 3                                                                                           Часть 4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0EDE7E3-9BB7-49E3-865B-59FBE97D2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582"/>
            <a:ext cx="5825198" cy="501976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BB0523-A765-40C3-9464-C4AD79742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389" y="1336581"/>
            <a:ext cx="6194612" cy="501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8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" y="3227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Triangle_2022_x32_Debug.exe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IDA PRO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Часть 1                                                                                           Часть 2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71398A29-FF80-4DFE-AC82-B490AC32D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9460"/>
            <a:ext cx="5943770" cy="4351338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E296B9-00FC-4823-85DC-35718CC45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978" y="1425296"/>
            <a:ext cx="5714001" cy="428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" y="3227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Часть 3                                                                                           Часть 4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7B53A95-B6B9-40F7-B4EB-58FD7FB9C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953" y="1503877"/>
            <a:ext cx="5143057" cy="435133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E75A4C-1A61-4A11-83B0-B60AB0EEC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559" y="1503877"/>
            <a:ext cx="56892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2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E0221F7-E65D-45CF-9FBD-76CE7DFFA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51" y="878092"/>
            <a:ext cx="4643720" cy="5946706"/>
          </a:xfrm>
        </p:spPr>
      </p:pic>
    </p:spTree>
    <p:extLst>
      <p:ext uri="{BB962C8B-B14F-4D97-AF65-F5344CB8AC3E}">
        <p14:creationId xmlns:p14="http://schemas.microsoft.com/office/powerpoint/2010/main" val="2841470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Часть 1                                                                                            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12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67E4D74-C702-4978-AC37-05DF39FE7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08966"/>
            <a:ext cx="6194612" cy="4745250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AC11BA-78C4-404F-8223-7ECFE3C5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59" y="1508965"/>
            <a:ext cx="5415641" cy="474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76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Часть 3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13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45D9AD78-5BB9-44F2-AE0B-327F6ADCC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88" y="1393688"/>
            <a:ext cx="11126223" cy="4962662"/>
          </a:xfrm>
        </p:spPr>
      </p:pic>
    </p:spTree>
    <p:extLst>
      <p:ext uri="{BB962C8B-B14F-4D97-AF65-F5344CB8AC3E}">
        <p14:creationId xmlns:p14="http://schemas.microsoft.com/office/powerpoint/2010/main" val="2115289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Часть 4                                                                                            Часть 5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14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FD9999A-BFFE-483E-9C43-741EC81C3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3330"/>
            <a:ext cx="5957752" cy="5103019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53DA5BE-EFA9-4A59-B0EA-8A2D9FDBB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082" y="1335338"/>
            <a:ext cx="5806083" cy="50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78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15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7C042E-10D5-4D44-8B47-85D08E4C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08" y="967688"/>
            <a:ext cx="5882711" cy="589031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728A3-FB10-4491-AB38-254E69189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4254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16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A5C6EA-3366-43F9-BBE8-64A463E3F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1271"/>
            <a:ext cx="5919920" cy="483349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30474-7C29-4588-97DA-DC9BD28F0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300" y="1141272"/>
            <a:ext cx="5794700" cy="483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9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17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F057ED4-36E2-4CD5-BBB5-F3B72EEA3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2" y="1162843"/>
            <a:ext cx="5359016" cy="435133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BE1AFA-863B-4CA2-B7EF-8B9385E4B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052" y="1162843"/>
            <a:ext cx="5464117" cy="47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01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18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24541E-7471-4946-9BAE-64D32485A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53330"/>
            <a:ext cx="3950563" cy="561159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5CE42A-2EF6-48D1-8626-3D5ACC966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108" y="1162842"/>
            <a:ext cx="4409115" cy="57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51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19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D2F5C8F-F237-4C44-8532-51B238671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62" y="998558"/>
            <a:ext cx="8876562" cy="5540354"/>
          </a:xfrm>
        </p:spPr>
      </p:pic>
    </p:spTree>
    <p:extLst>
      <p:ext uri="{BB962C8B-B14F-4D97-AF65-F5344CB8AC3E}">
        <p14:creationId xmlns:p14="http://schemas.microsoft.com/office/powerpoint/2010/main" val="1929876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1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20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A308F37-B28B-4517-8FFE-5D300E0B3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913"/>
            <a:ext cx="6096000" cy="2739313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9959C6-EA7D-4255-98F1-1B58E0F90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986" y="3696004"/>
            <a:ext cx="6418498" cy="27654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F8CEAC-D1FE-4A02-9291-025AB875865C}"/>
              </a:ext>
            </a:extLst>
          </p:cNvPr>
          <p:cNvSpPr txBox="1"/>
          <p:nvPr/>
        </p:nvSpPr>
        <p:spPr>
          <a:xfrm>
            <a:off x="2196353" y="3884226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34A7F-9BE9-4311-AD9D-42831F6A6873}"/>
              </a:ext>
            </a:extLst>
          </p:cNvPr>
          <p:cNvSpPr txBox="1"/>
          <p:nvPr/>
        </p:nvSpPr>
        <p:spPr>
          <a:xfrm>
            <a:off x="8610600" y="6461499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</a:t>
            </a:r>
          </a:p>
        </p:txBody>
      </p:sp>
    </p:spTree>
    <p:extLst>
      <p:ext uri="{BB962C8B-B14F-4D97-AF65-F5344CB8AC3E}">
        <p14:creationId xmlns:p14="http://schemas.microsoft.com/office/powerpoint/2010/main" val="4103462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1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CMake_x64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331C845-8F17-4895-A428-1603CCB3B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199" y="1137002"/>
            <a:ext cx="6234389" cy="5584473"/>
          </a:xfrm>
        </p:spPr>
      </p:pic>
    </p:spTree>
    <p:extLst>
      <p:ext uri="{BB962C8B-B14F-4D97-AF65-F5344CB8AC3E}">
        <p14:creationId xmlns:p14="http://schemas.microsoft.com/office/powerpoint/2010/main" val="202638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8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  <a:b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D2A7DC3-AD50-4527-B832-3A88667E5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6424"/>
            <a:ext cx="9854160" cy="5122488"/>
          </a:xfrm>
        </p:spPr>
      </p:pic>
    </p:spTree>
    <p:extLst>
      <p:ext uri="{BB962C8B-B14F-4D97-AF65-F5344CB8AC3E}">
        <p14:creationId xmlns:p14="http://schemas.microsoft.com/office/powerpoint/2010/main" val="612888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Часть 1                                                                                           Часть 2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6611115-B672-4718-B8CE-0823CEA1A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5" y="1413247"/>
            <a:ext cx="4467846" cy="4943103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919B4E-421D-4995-92A2-4229F686D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376" y="1413247"/>
            <a:ext cx="6992745" cy="49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27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код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Часть 1                                                                                   Часть 2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24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932F780-E11D-40F0-8633-B314458D0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413249"/>
            <a:ext cx="4464425" cy="5024822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ACC690-667C-41A7-9A4D-C353A5338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294" y="1411597"/>
            <a:ext cx="3532093" cy="502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49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Часть 1                                                                                             Часть 2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25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DB1BAE9-BD21-4EF5-B087-8172DBCF2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1666"/>
            <a:ext cx="5628974" cy="4743502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6C7F6E-5312-472B-AA29-CFEDC2F77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769" y="1504898"/>
            <a:ext cx="6340497" cy="47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06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Часть 1                                                                                                Часть 2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26</a:t>
            </a:fld>
            <a:endParaRPr lang="ru-RU" dirty="0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EED766D7-A976-44E7-ABB5-8697B6263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92425"/>
            <a:ext cx="6026945" cy="4488422"/>
          </a:xfr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0C516A0-8DED-4334-AB93-82B4ED41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569" y="1392424"/>
            <a:ext cx="5897431" cy="44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14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Часть 3                                                                              Часть 4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27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27FC8CC-26B3-4698-8016-350595E23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2423"/>
            <a:ext cx="5424300" cy="4417249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81AF52-6793-49A2-B2EC-4C80C6AD5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334" y="1382497"/>
            <a:ext cx="6563666" cy="441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44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28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5E5A5D4-7924-4F0E-827F-FCA47B0BD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46" y="796766"/>
            <a:ext cx="6583009" cy="5924709"/>
          </a:xfrm>
        </p:spPr>
      </p:pic>
    </p:spTree>
    <p:extLst>
      <p:ext uri="{BB962C8B-B14F-4D97-AF65-F5344CB8AC3E}">
        <p14:creationId xmlns:p14="http://schemas.microsoft.com/office/powerpoint/2010/main" val="1789957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Часть 1                                                                                              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29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5C111FA-6100-425B-839A-AF2301305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4" y="1359459"/>
            <a:ext cx="5889812" cy="4835152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F50AEC-8923-40AD-9CE0-A6E982CB0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621" y="1359459"/>
            <a:ext cx="6024379" cy="48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04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Часть 3                                                                                              Часть 4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30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CC337B4-B382-4C84-BC38-FDF7137FE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4" y="1359459"/>
            <a:ext cx="5812233" cy="4835152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F3DFA5F-081E-409F-A8D4-2A3C73C08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703" y="1358245"/>
            <a:ext cx="5903153" cy="48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27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Часть 5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BFAC2B7-D553-4806-BD30-CCE3E7C57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79" y="1398874"/>
            <a:ext cx="11580641" cy="2930700"/>
          </a:xfrm>
        </p:spPr>
      </p:pic>
    </p:spTree>
    <p:extLst>
      <p:ext uri="{BB962C8B-B14F-4D97-AF65-F5344CB8AC3E}">
        <p14:creationId xmlns:p14="http://schemas.microsoft.com/office/powerpoint/2010/main" val="2845438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Часть 1                                                                                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279F8B3-8FE3-4C99-B122-DF56B87AC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5" y="1253329"/>
            <a:ext cx="5455024" cy="5129551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1D4C30-2A83-4802-9B51-266A0340F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977" y="1253329"/>
            <a:ext cx="5786718" cy="502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23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Часть 3                                                                                      Часть 4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9A0E563-A598-4A71-95C4-6A52CA417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3330"/>
            <a:ext cx="5244353" cy="5098051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0D46C0-A3EE-47C3-A895-A588ED1E8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056" y="1248361"/>
            <a:ext cx="4748566" cy="510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23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Часть 5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34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4EFA23B-A35E-41E6-BFEA-BCAA0B9D9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1976"/>
            <a:ext cx="12019894" cy="4489223"/>
          </a:xfrm>
        </p:spPr>
      </p:pic>
    </p:spTree>
    <p:extLst>
      <p:ext uri="{BB962C8B-B14F-4D97-AF65-F5344CB8AC3E}">
        <p14:creationId xmlns:p14="http://schemas.microsoft.com/office/powerpoint/2010/main" val="1717500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35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E75DA80-3A41-439B-AF50-78940A350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540" y="995077"/>
            <a:ext cx="5827060" cy="5726398"/>
          </a:xfrm>
        </p:spPr>
      </p:pic>
    </p:spTree>
    <p:extLst>
      <p:ext uri="{BB962C8B-B14F-4D97-AF65-F5344CB8AC3E}">
        <p14:creationId xmlns:p14="http://schemas.microsoft.com/office/powerpoint/2010/main" val="3736823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9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36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5B4AD1F-5354-4EF9-8CE9-10A34EBB9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879" y="1053930"/>
            <a:ext cx="4976205" cy="5667545"/>
          </a:xfrm>
        </p:spPr>
      </p:pic>
    </p:spTree>
    <p:extLst>
      <p:ext uri="{BB962C8B-B14F-4D97-AF65-F5344CB8AC3E}">
        <p14:creationId xmlns:p14="http://schemas.microsoft.com/office/powerpoint/2010/main" val="4088620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767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файл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Часть 1                                                                                        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37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F56F4B8-AF9A-4423-9D3C-AB78303DF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" y="1323601"/>
            <a:ext cx="5186374" cy="487997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8C7A1E-7E9F-468B-81D7-0844B3484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825" y="1323601"/>
            <a:ext cx="6725176" cy="487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4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767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38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DFE8202-0FD3-4B2D-B2CE-0BABE82EE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57" y="1013108"/>
            <a:ext cx="6715155" cy="5343242"/>
          </a:xfrm>
        </p:spPr>
      </p:pic>
    </p:spTree>
    <p:extLst>
      <p:ext uri="{BB962C8B-B14F-4D97-AF65-F5344CB8AC3E}">
        <p14:creationId xmlns:p14="http://schemas.microsoft.com/office/powerpoint/2010/main" val="1232114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767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39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DFE8202-0FD3-4B2D-B2CE-0BABE82EE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57" y="1013108"/>
            <a:ext cx="6715155" cy="5343242"/>
          </a:xfrm>
        </p:spPr>
      </p:pic>
    </p:spTree>
    <p:extLst>
      <p:ext uri="{BB962C8B-B14F-4D97-AF65-F5344CB8AC3E}">
        <p14:creationId xmlns:p14="http://schemas.microsoft.com/office/powerpoint/2010/main" val="4093269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34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40</a:t>
            </a:fld>
            <a:endParaRPr lang="ru-RU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B773C68D-49BF-4A86-A2C2-3B768C33E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92" y="974996"/>
            <a:ext cx="7040296" cy="5746479"/>
          </a:xfrm>
        </p:spPr>
      </p:pic>
    </p:spTree>
    <p:extLst>
      <p:ext uri="{BB962C8B-B14F-4D97-AF65-F5344CB8AC3E}">
        <p14:creationId xmlns:p14="http://schemas.microsoft.com/office/powerpoint/2010/main" val="37514124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34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0DCACA4-6668-4273-B3E4-A264FA1E9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732" y="973738"/>
            <a:ext cx="8275621" cy="5382612"/>
          </a:xfrm>
        </p:spPr>
      </p:pic>
    </p:spTree>
    <p:extLst>
      <p:ext uri="{BB962C8B-B14F-4D97-AF65-F5344CB8AC3E}">
        <p14:creationId xmlns:p14="http://schemas.microsoft.com/office/powerpoint/2010/main" val="3111331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34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Часть 1                                                     Часть 2                                                   Часть 3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AAD5E20-CE21-4B6C-AB52-A54B9EA26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28" y="1195947"/>
            <a:ext cx="3629532" cy="2484554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CADBFF-E8D5-4793-9413-D6254A498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524" y="1195947"/>
            <a:ext cx="4082002" cy="516040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CF78C8E-0754-4FEF-B74F-B93EA1CE7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190" y="1228957"/>
            <a:ext cx="4082002" cy="512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172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Часть 1                                                 Часть 2                                                   Часть 3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94F60BA-299C-4971-BDF5-AAA483D2A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5" y="1336096"/>
            <a:ext cx="4057294" cy="517553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032E87-8017-43CE-A427-B5AC4D788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116" y="1336095"/>
            <a:ext cx="2900218" cy="517554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F4AD09D-EF69-4E60-BE0D-89CDA404CA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625" y="1336095"/>
            <a:ext cx="4658375" cy="27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36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Часть 1                                                                      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44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E6D698F-3C1A-4950-BC61-DD6898428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311" y="1456394"/>
            <a:ext cx="5104617" cy="4899956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06082E-3FAE-4D64-8952-CDF838F51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89" y="1456394"/>
            <a:ext cx="6803611" cy="489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783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Часть 3                                                                              Часть 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45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FB6E79D-BEDA-4BE6-A877-9B6F81B96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3121"/>
            <a:ext cx="6084891" cy="467126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FE127B-4A23-4EEA-836B-D9DE0A52C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435" y="1393121"/>
            <a:ext cx="5957565" cy="46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037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Часть 1                                                                      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46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3BCFE204-7CE7-41CA-B1BF-3891A5B1C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6394"/>
            <a:ext cx="6288174" cy="435133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A7F96C-91AC-4430-A98C-77C80CD1E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36" y="1419699"/>
            <a:ext cx="5609444" cy="438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762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Часть 3                                                                              Часть 4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47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C6581F2-51D8-436D-8CC2-1D2C7DC4A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47418"/>
            <a:ext cx="5683633" cy="5008931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8134C5-40A8-4EDA-882A-96A014012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965" y="1347419"/>
            <a:ext cx="5727636" cy="500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94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Часть 5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48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2E9D7F1-0025-463A-AB62-947E81D0E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4051"/>
            <a:ext cx="11886766" cy="2104949"/>
          </a:xfrm>
        </p:spPr>
      </p:pic>
    </p:spTree>
    <p:extLst>
      <p:ext uri="{BB962C8B-B14F-4D97-AF65-F5344CB8AC3E}">
        <p14:creationId xmlns:p14="http://schemas.microsoft.com/office/powerpoint/2010/main" val="5318029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6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49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C88FD88-A4BD-4079-B160-117D32100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884" y="1118860"/>
            <a:ext cx="4714587" cy="5477104"/>
          </a:xfrm>
        </p:spPr>
      </p:pic>
    </p:spTree>
    <p:extLst>
      <p:ext uri="{BB962C8B-B14F-4D97-AF65-F5344CB8AC3E}">
        <p14:creationId xmlns:p14="http://schemas.microsoft.com/office/powerpoint/2010/main" val="18729269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4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Часть 1 					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50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1C51607-D3E0-45D8-8C04-C2800ACA2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21" y="1523206"/>
            <a:ext cx="5507391" cy="475208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1912F3-4C09-4180-B750-F8F3208C8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3206"/>
            <a:ext cx="5973400" cy="475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189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4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Часть 3 							Часть 4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FC1FBA9-7896-439E-B70D-880E0ABDA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3205"/>
            <a:ext cx="6391835" cy="4833143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9D119A8-20F3-45B0-AA5F-7A75B3CAB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55" y="1523206"/>
            <a:ext cx="5614045" cy="483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420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Часть 5 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5EE764A-EDCA-4362-91AA-09A36A6F3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93" y="1463302"/>
            <a:ext cx="11344814" cy="4868816"/>
          </a:xfrm>
        </p:spPr>
      </p:pic>
    </p:spTree>
    <p:extLst>
      <p:ext uri="{BB962C8B-B14F-4D97-AF65-F5344CB8AC3E}">
        <p14:creationId xmlns:p14="http://schemas.microsoft.com/office/powerpoint/2010/main" val="3206159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файл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Часть 1 						       Часть 2 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62F5D16-DDFB-400D-ACE6-E524E608E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70805"/>
            <a:ext cx="5423647" cy="4971711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A8556EA-294E-4425-AB91-774B8AE6D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862" y="1370804"/>
            <a:ext cx="6157932" cy="498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140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файл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Часть 3 						       Часть 4 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54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B1CAD5D-0C28-4773-8C7F-C180B35B8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70806"/>
            <a:ext cx="5316072" cy="508441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E76253-63BE-4F03-A2EC-EE3DF719C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741" y="1370806"/>
            <a:ext cx="5522259" cy="50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605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файл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Часть 5 		                                                   Часть 6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55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9C60859-722C-4630-ADB4-731C65C8B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806"/>
            <a:ext cx="4491318" cy="4836804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3CAED8-5F51-4AEF-A087-C0A393C59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60" y="1370806"/>
            <a:ext cx="7204612" cy="483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875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56</a:t>
            </a:fld>
            <a:endParaRPr lang="ru-RU" dirty="0"/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C8E80D06-1548-4D2D-A43C-E46AE1B34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840" y="1258969"/>
            <a:ext cx="5146395" cy="5599031"/>
          </a:xfrm>
        </p:spPr>
      </p:pic>
    </p:spTree>
    <p:extLst>
      <p:ext uri="{BB962C8B-B14F-4D97-AF65-F5344CB8AC3E}">
        <p14:creationId xmlns:p14="http://schemas.microsoft.com/office/powerpoint/2010/main" val="37609299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57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8CD491A-D539-45B5-96BA-E405ADA7D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507" y="1299088"/>
            <a:ext cx="5723894" cy="5332782"/>
          </a:xfrm>
        </p:spPr>
      </p:pic>
    </p:spTree>
    <p:extLst>
      <p:ext uri="{BB962C8B-B14F-4D97-AF65-F5344CB8AC3E}">
        <p14:creationId xmlns:p14="http://schemas.microsoft.com/office/powerpoint/2010/main" val="15471631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58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Часть 1 					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58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69C7E16-E018-4447-B8D9-CE4A94C8F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6424"/>
            <a:ext cx="5715108" cy="4222376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C9C4A8-859B-4979-B933-A5BAB09D2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743" y="1416424"/>
            <a:ext cx="6218258" cy="42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30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89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VS_2026x64_Debug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59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0742C92-EBA7-4A6D-8D93-A0BE81214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72" y="1139128"/>
            <a:ext cx="5848028" cy="5399784"/>
          </a:xfrm>
        </p:spPr>
      </p:pic>
    </p:spTree>
    <p:extLst>
      <p:ext uri="{BB962C8B-B14F-4D97-AF65-F5344CB8AC3E}">
        <p14:creationId xmlns:p14="http://schemas.microsoft.com/office/powerpoint/2010/main" val="20375491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89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60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6596AD7-F635-41DF-8153-22F1B0387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3443"/>
            <a:ext cx="12192000" cy="5021247"/>
          </a:xfrm>
        </p:spPr>
      </p:pic>
    </p:spTree>
    <p:extLst>
      <p:ext uri="{BB962C8B-B14F-4D97-AF65-F5344CB8AC3E}">
        <p14:creationId xmlns:p14="http://schemas.microsoft.com/office/powerpoint/2010/main" val="29804761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89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программы производился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40A410D-B4D3-4B25-850F-5055F940A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340" y="1024817"/>
            <a:ext cx="6889459" cy="5696658"/>
          </a:xfrm>
        </p:spPr>
      </p:pic>
    </p:spTree>
    <p:extLst>
      <p:ext uri="{BB962C8B-B14F-4D97-AF65-F5344CB8AC3E}">
        <p14:creationId xmlns:p14="http://schemas.microsoft.com/office/powerpoint/2010/main" val="24429179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23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		Часть 2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62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FDB631E-6DCF-41E6-AB35-34E22753D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2398"/>
            <a:ext cx="4758970" cy="5103952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7842CF-25C9-4CDE-A61B-94B35A7B4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953" y="1252399"/>
            <a:ext cx="6338047" cy="510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2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23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	              Часть 2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63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1F250AD-AF21-4873-8F16-0A1234810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91" y="1271218"/>
            <a:ext cx="4102368" cy="5168985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DB8A09-451A-46F9-BE35-0601A72C4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448" y="1252398"/>
            <a:ext cx="4461090" cy="513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282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23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	              Часть 2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64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60562EE-0A87-48AF-AA81-E8A2083AA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92" y="1252398"/>
            <a:ext cx="4473389" cy="5578642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1BC755C-1240-4358-8B46-4E9E4F59C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447" y="1252398"/>
            <a:ext cx="4120699" cy="550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047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23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Часть 3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65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5256BB6-0824-444D-A183-7F2120A3F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2398"/>
            <a:ext cx="12192000" cy="4652452"/>
          </a:xfrm>
        </p:spPr>
      </p:pic>
    </p:spTree>
    <p:extLst>
      <p:ext uri="{BB962C8B-B14F-4D97-AF65-F5344CB8AC3E}">
        <p14:creationId xmlns:p14="http://schemas.microsoft.com/office/powerpoint/2010/main" val="3400097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Часть 1 						Часть 2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66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9A2CB0C-1B26-411F-A8BF-40A03022A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763"/>
            <a:ext cx="6006353" cy="501701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97AF5C-EE19-4F5B-9613-79CB2D6CF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500" y="1353763"/>
            <a:ext cx="5487169" cy="500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840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Часть 3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67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6833A59-3903-43D1-9707-9A3E43D75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706" y="1344804"/>
            <a:ext cx="7585964" cy="5476026"/>
          </a:xfrm>
        </p:spPr>
      </p:pic>
    </p:spTree>
    <p:extLst>
      <p:ext uri="{BB962C8B-B14F-4D97-AF65-F5344CB8AC3E}">
        <p14:creationId xmlns:p14="http://schemas.microsoft.com/office/powerpoint/2010/main" val="20888200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Часть 1 						   Часть 2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68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D10F858-7AFC-4496-9604-F31E9EC16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046" y="1282951"/>
            <a:ext cx="5532027" cy="535217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D379D8-BF71-44F2-9665-574DF65E0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474" y="1282951"/>
            <a:ext cx="6432572" cy="190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142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Часть 1 					        Часть 2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69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D8E7A19-30EF-4CB5-94E0-0F846C61B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88" y="1449621"/>
            <a:ext cx="5174249" cy="540837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E27CD1F-A5E4-4E04-ADEE-8F497D9FA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525" y="1449621"/>
            <a:ext cx="3625111" cy="536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969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Часть 3 					        Часть 4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70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FD8FCD7-00B7-4BEA-B481-DB7CCE2CA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70" y="1394869"/>
            <a:ext cx="4061012" cy="5463131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B345F1F-DD80-4116-B5A1-F91369368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379" y="1352707"/>
            <a:ext cx="7261697" cy="500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846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Часть 1 					        Часть 2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71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48B4D5D-B288-4738-8088-DBF456BF3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41531"/>
            <a:ext cx="5800166" cy="479032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0A2ED9D-CC0D-4733-B8AB-39404AB5D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635" y="1341531"/>
            <a:ext cx="5369783" cy="503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263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				Часть 3 					        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72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C8CAC23-E4A4-4D41-A2F4-4FF961754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724" y="1312807"/>
            <a:ext cx="6923393" cy="5540019"/>
          </a:xfrm>
        </p:spPr>
      </p:pic>
    </p:spTree>
    <p:extLst>
      <p:ext uri="{BB962C8B-B14F-4D97-AF65-F5344CB8AC3E}">
        <p14:creationId xmlns:p14="http://schemas.microsoft.com/office/powerpoint/2010/main" val="36156965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Часть 1 					Часть 2				        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73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A273410-974D-44CB-B0FD-9ED07EBAA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23" y="1299916"/>
            <a:ext cx="4859611" cy="5056434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1216C7-5F35-4771-BA95-76A8F2D0E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957" y="1298603"/>
            <a:ext cx="7171630" cy="173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45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9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74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3C7654B-0D4F-4877-86EF-0293DAD6F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120" y="1077323"/>
            <a:ext cx="4982785" cy="5708959"/>
          </a:xfrm>
        </p:spPr>
      </p:pic>
    </p:spTree>
    <p:extLst>
      <p:ext uri="{BB962C8B-B14F-4D97-AF65-F5344CB8AC3E}">
        <p14:creationId xmlns:p14="http://schemas.microsoft.com/office/powerpoint/2010/main" val="41395081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4623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Часть 1 						       Часть 2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75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84C8433-0E9E-46F9-A52A-AAFDD61A6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1" y="1419569"/>
            <a:ext cx="5957693" cy="5063746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546E58-05C3-48C4-9A53-A19B312F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19569"/>
            <a:ext cx="6188364" cy="379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273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4623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VS_2026x64_Release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													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76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917AB61-998A-42FE-8D89-ACF8FD468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58" y="1175162"/>
            <a:ext cx="9265942" cy="5486828"/>
          </a:xfrm>
        </p:spPr>
      </p:pic>
    </p:spTree>
    <p:extLst>
      <p:ext uri="{BB962C8B-B14F-4D97-AF65-F5344CB8AC3E}">
        <p14:creationId xmlns:p14="http://schemas.microsoft.com/office/powerpoint/2010/main" val="420506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59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 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77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D473172-DC03-40CF-AE79-37CDBDD1F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" y="1533954"/>
            <a:ext cx="10757648" cy="4822395"/>
          </a:xfrm>
        </p:spPr>
      </p:pic>
    </p:spTree>
    <p:extLst>
      <p:ext uri="{BB962C8B-B14F-4D97-AF65-F5344CB8AC3E}">
        <p14:creationId xmlns:p14="http://schemas.microsoft.com/office/powerpoint/2010/main" val="3267382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59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78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23BD44C-BF3C-4D7F-9442-2C659FE1D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822" y="965316"/>
            <a:ext cx="6687202" cy="5756159"/>
          </a:xfrm>
        </p:spPr>
      </p:pic>
    </p:spTree>
    <p:extLst>
      <p:ext uri="{BB962C8B-B14F-4D97-AF65-F5344CB8AC3E}">
        <p14:creationId xmlns:p14="http://schemas.microsoft.com/office/powerpoint/2010/main" val="30000980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79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ACC088D-4642-41CC-9276-19C81C498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5942"/>
            <a:ext cx="4509246" cy="5578589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B4E0E1-E53A-4597-A537-A43EEC42B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13" y="1279410"/>
            <a:ext cx="4509246" cy="55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907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Часть 3 	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80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CEFCF62-6314-44CF-81BD-40E8094AA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14520"/>
            <a:ext cx="12191005" cy="4655973"/>
          </a:xfrm>
        </p:spPr>
      </p:pic>
    </p:spTree>
    <p:extLst>
      <p:ext uri="{BB962C8B-B14F-4D97-AF65-F5344CB8AC3E}">
        <p14:creationId xmlns:p14="http://schemas.microsoft.com/office/powerpoint/2010/main" val="33817164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        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98C2493-6753-409C-B62B-0ED411256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2768"/>
            <a:ext cx="4823012" cy="5595232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FEC6744-0EF1-4106-91D2-2DD442965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105" y="1262769"/>
            <a:ext cx="4966447" cy="560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342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8C3E015-832B-4D6B-8E77-B4E965073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520"/>
            <a:ext cx="4527176" cy="5525637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D12DE6-DDC0-468F-B7F5-B2485B4DE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207" y="1304341"/>
            <a:ext cx="5646746" cy="554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921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3 					        		      Часть 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E893803-AAF7-4C9F-B5ED-27C33E737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521"/>
            <a:ext cx="5307106" cy="504712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3E0A78-E16F-412F-B6CB-5087EB762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948" y="1309221"/>
            <a:ext cx="6207052" cy="50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544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89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Часть 5 					        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84</a:t>
            </a:fld>
            <a:endParaRPr lang="ru-RU" dirty="0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2F1EDE67-3916-4B54-9561-C14DB98CC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17" y="1285284"/>
            <a:ext cx="11896165" cy="5071066"/>
          </a:xfrm>
        </p:spPr>
      </p:pic>
    </p:spTree>
    <p:extLst>
      <p:ext uri="{BB962C8B-B14F-4D97-AF65-F5344CB8AC3E}">
        <p14:creationId xmlns:p14="http://schemas.microsoft.com/office/powerpoint/2010/main" val="31060351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Часть 1 					        		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85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44A8E90-6D73-4718-9052-B0E62D3E5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389" y="1327967"/>
            <a:ext cx="6265579" cy="5028381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B7F44D6-D93D-4B55-B138-B09FEC3ED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156" y="1327968"/>
            <a:ext cx="5100113" cy="502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179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Часть 3 					               Часть 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86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E2CDAF0-CE19-41DE-884D-03A699176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001"/>
            <a:ext cx="4602752" cy="488034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5123EA5-4A6D-4529-AC62-5965616B6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165" y="1368078"/>
            <a:ext cx="7073154" cy="498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279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Часть 1 					       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87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F5BFF6B-7A8A-4394-B2EE-2CAE196A9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14520"/>
            <a:ext cx="5038165" cy="4957103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304B180-D765-48AF-8A55-6F687249B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788" y="1400094"/>
            <a:ext cx="6642847" cy="495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658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Часть 1 				                                  Часть 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88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1043D97-0B31-4F24-A08C-13EA69ACF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14520"/>
            <a:ext cx="4814495" cy="554347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C360E0-8F80-4C67-B496-FFF111871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167" y="1412306"/>
            <a:ext cx="4563034" cy="544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65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Часть 3 				                  Часть 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89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8681E4C-D516-46E5-AA3C-4061471A8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12305"/>
            <a:ext cx="4606083" cy="5445693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EE96C8-33BC-407A-9F7D-6CAE33050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128" y="1403906"/>
            <a:ext cx="4541142" cy="545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439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45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				       Часть 5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90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D9301ED-B935-4ECA-8A99-31DDAAF60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275" y="1314521"/>
            <a:ext cx="5587266" cy="5543479"/>
          </a:xfrm>
        </p:spPr>
      </p:pic>
    </p:spTree>
    <p:extLst>
      <p:ext uri="{BB962C8B-B14F-4D97-AF65-F5344CB8AC3E}">
        <p14:creationId xmlns:p14="http://schemas.microsoft.com/office/powerpoint/2010/main" val="38812981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           Часть 1 						          Часть 2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91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AA832D5-6858-4D5A-AA1B-0D8E35222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92" y="1314520"/>
            <a:ext cx="6278235" cy="503853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F7CF79D-FF70-4926-89EC-D0D86FE87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260" y="1314520"/>
            <a:ext cx="5113753" cy="50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327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           Часть 3 						          Часть 4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92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D0E6636-C502-4D26-9A45-45E581FE0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95" y="1281109"/>
            <a:ext cx="5004911" cy="495542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1A730C-4751-4AB5-8A27-803A2A9A2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70" y="1281109"/>
            <a:ext cx="6875929" cy="495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000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           Часть 1 						          Часть 2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93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DD7D4AD-0473-4F13-8121-95586F3C1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709" y="1431062"/>
            <a:ext cx="5256932" cy="4925287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F2D45D-C423-4BDF-9900-804B38592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435" y="1431063"/>
            <a:ext cx="6468926" cy="490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631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Часть 1 					             Часть 2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94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664788D-E3B1-490A-A416-32C5BE478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2" y="1431062"/>
            <a:ext cx="4713279" cy="5426937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4C4324-8C36-44E3-8372-765AB195A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423" y="1431061"/>
            <a:ext cx="4534318" cy="541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399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Часть 3 					             Часть 4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95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229C5D0-5AEC-477D-9C8D-57B72CB44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9664"/>
            <a:ext cx="4616776" cy="545833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72C0AA-A85A-441C-A4E8-AD4990864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039" y="1377927"/>
            <a:ext cx="4535149" cy="544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3542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588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			Часть 5 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96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77C1355-CCCD-4E04-A681-91A58EACC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905" y="1392497"/>
            <a:ext cx="6911789" cy="5146415"/>
          </a:xfrm>
        </p:spPr>
      </p:pic>
    </p:spTree>
    <p:extLst>
      <p:ext uri="{BB962C8B-B14F-4D97-AF65-F5344CB8AC3E}">
        <p14:creationId xmlns:p14="http://schemas.microsoft.com/office/powerpoint/2010/main" val="416471661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242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x32dbg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Часть 1 						              Часть 2	        		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97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2C31A39-DEF7-467A-86CD-C9F86FA10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5886"/>
            <a:ext cx="6451253" cy="447667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E6E47A1-4F0A-45C6-8A62-F89FA15DF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12" y="1475885"/>
            <a:ext cx="5503275" cy="447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791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242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VS_26x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x32dbg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98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6004621-0DE0-4B96-A19D-ECED5D899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670" y="1296316"/>
            <a:ext cx="9484659" cy="5561684"/>
          </a:xfrm>
        </p:spPr>
      </p:pic>
    </p:spTree>
    <p:extLst>
      <p:ext uri="{BB962C8B-B14F-4D97-AF65-F5344CB8AC3E}">
        <p14:creationId xmlns:p14="http://schemas.microsoft.com/office/powerpoint/2010/main" val="36988898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630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Текст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 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99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4DB574E-072C-49A0-A7BB-75CEE5B5E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8" y="739401"/>
            <a:ext cx="11441203" cy="5379197"/>
          </a:xfrm>
        </p:spPr>
      </p:pic>
    </p:spTree>
    <p:extLst>
      <p:ext uri="{BB962C8B-B14F-4D97-AF65-F5344CB8AC3E}">
        <p14:creationId xmlns:p14="http://schemas.microsoft.com/office/powerpoint/2010/main" val="6577063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630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100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7671A26-A5BC-4808-8B1D-312FFB141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213" y="833952"/>
            <a:ext cx="7187214" cy="6024048"/>
          </a:xfrm>
        </p:spPr>
      </p:pic>
    </p:spTree>
    <p:extLst>
      <p:ext uri="{BB962C8B-B14F-4D97-AF65-F5344CB8AC3E}">
        <p14:creationId xmlns:p14="http://schemas.microsoft.com/office/powerpoint/2010/main" val="19536933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Часть 1 	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1C19515-D5AF-4772-9EDA-926F64C4B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2450"/>
            <a:ext cx="3783106" cy="5523093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F8F6BC-C717-4725-B6A3-3447FD018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68" y="1322502"/>
            <a:ext cx="5744556" cy="553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7564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Часть 1 				             Часть 2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9E5B0C9-3486-4B71-8CCF-30FFAECAF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366"/>
            <a:ext cx="3922980" cy="5410163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73CDFBD-4AB6-47D0-9A3C-B94104693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70" y="1431062"/>
            <a:ext cx="4033351" cy="541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494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Часть 1 				             Часть 2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3359748-AC45-489C-BB74-8EE8EBB7C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1062"/>
            <a:ext cx="4000427" cy="5426937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5BA0383-014A-4D96-BC29-B01399555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993" y="1431061"/>
            <a:ext cx="3781113" cy="542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0653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Radare2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				   Часть 3 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104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748F49F-2FE5-4595-AEA0-A1BD12C9D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96592"/>
            <a:ext cx="11284699" cy="5059758"/>
          </a:xfrm>
        </p:spPr>
      </p:pic>
    </p:spTree>
    <p:extLst>
      <p:ext uri="{BB962C8B-B14F-4D97-AF65-F5344CB8AC3E}">
        <p14:creationId xmlns:p14="http://schemas.microsoft.com/office/powerpoint/2010/main" val="402613623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Часть 1 						         Часть 2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105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916C6D0-9FD1-4817-8683-A95C95C99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796" y="1315746"/>
            <a:ext cx="6820727" cy="5542254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56C149-0CD9-4393-91D3-C74183C1E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681" y="1315746"/>
            <a:ext cx="4482353" cy="506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38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			       Часть 3 				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106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3848650-DACC-4414-8478-3405242B7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9038"/>
            <a:ext cx="12177962" cy="5027312"/>
          </a:xfrm>
        </p:spPr>
      </p:pic>
    </p:spTree>
    <p:extLst>
      <p:ext uri="{BB962C8B-B14F-4D97-AF65-F5344CB8AC3E}">
        <p14:creationId xmlns:p14="http://schemas.microsoft.com/office/powerpoint/2010/main" val="80807009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		           Часть 1 				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107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4931001-B5B6-47F8-9CF8-1805B3FEE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812" y="1431063"/>
            <a:ext cx="6230470" cy="5426938"/>
          </a:xfrm>
        </p:spPr>
      </p:pic>
    </p:spTree>
    <p:extLst>
      <p:ext uri="{BB962C8B-B14F-4D97-AF65-F5344CB8AC3E}">
        <p14:creationId xmlns:p14="http://schemas.microsoft.com/office/powerpoint/2010/main" val="118760670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связи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Часть 1 				      Часть 2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108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597C1B3-8B9F-43E9-88DF-DF706A130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530"/>
            <a:ext cx="4240306" cy="5508934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CD9A3CA-8C62-436B-BAE4-E815A287C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048" y="1426446"/>
            <a:ext cx="4150846" cy="53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676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 PRO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связи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			Часть 3 				      				             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109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BB00372-A8B9-488A-AF78-236A0ECF9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471" y="1431062"/>
            <a:ext cx="5836023" cy="5419341"/>
          </a:xfrm>
        </p:spPr>
      </p:pic>
    </p:spTree>
    <p:extLst>
      <p:ext uri="{BB962C8B-B14F-4D97-AF65-F5344CB8AC3E}">
        <p14:creationId xmlns:p14="http://schemas.microsoft.com/office/powerpoint/2010/main" val="113385973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Часть 1 		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110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E9303A5-B1F0-4531-8B95-B07C7513E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0495"/>
            <a:ext cx="5619726" cy="5005854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CAC829A-C102-4309-BCE6-D72A42BC5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493" y="1350496"/>
            <a:ext cx="4869331" cy="500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383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Часть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111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EF35ED6-F91A-4436-9100-4F2F80E91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439" y="1431062"/>
            <a:ext cx="5853555" cy="4925287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081193-00D1-4596-8F2A-B532901F1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433" y="1305316"/>
            <a:ext cx="7585567" cy="291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233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Часть 1 		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112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BCFE594-C3F2-488C-A9E9-CCA729424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54570"/>
            <a:ext cx="5163127" cy="552577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032822-1BA6-4AE0-84C9-38961BD96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418" y="1359386"/>
            <a:ext cx="6687854" cy="251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2739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Графы связи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113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2AA8BF7-7F2E-41C7-A222-6886F1CAE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299" y="1261913"/>
            <a:ext cx="6468138" cy="5678923"/>
          </a:xfrm>
        </p:spPr>
      </p:pic>
    </p:spTree>
    <p:extLst>
      <p:ext uri="{BB962C8B-B14F-4D97-AF65-F5344CB8AC3E}">
        <p14:creationId xmlns:p14="http://schemas.microsoft.com/office/powerpoint/2010/main" val="8447644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Часть 1 		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114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4AB7DDC-CAA6-478E-9726-C53C5EB53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213" y="1340223"/>
            <a:ext cx="5661154" cy="4818530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A77D404-378A-422D-98CB-C2F616308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306" y="1362634"/>
            <a:ext cx="6427694" cy="40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7255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242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исполняемого файла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VS_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файла проводился в программе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Состояние регистров после выполнения функции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115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1BC006A-972F-41F5-AD1A-BB15BC3A2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43" y="1409218"/>
            <a:ext cx="8650492" cy="5448782"/>
          </a:xfrm>
        </p:spPr>
      </p:pic>
    </p:spTree>
    <p:extLst>
      <p:ext uri="{BB962C8B-B14F-4D97-AF65-F5344CB8AC3E}">
        <p14:creationId xmlns:p14="http://schemas.microsoft.com/office/powerpoint/2010/main" val="263704407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5388"/>
            <a:ext cx="10515600" cy="1313308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параметров исполняемых файлов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    				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116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171CA-26A4-49D3-BEA0-3FD583D069A1}"/>
              </a:ext>
            </a:extLst>
          </p:cNvPr>
          <p:cNvSpPr txBox="1"/>
          <p:nvPr/>
        </p:nvSpPr>
        <p:spPr>
          <a:xfrm>
            <a:off x="443884" y="3857167"/>
            <a:ext cx="11577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подсчете строк в программе комментарии, пробелы и строки, в которых не было инструкций, не учитывались.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Формат использовался единый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подобный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C99BAA-5429-D16E-2725-4F9B95E2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3" y="1390122"/>
            <a:ext cx="12192000" cy="20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4219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4388E-C6D1-400F-92D8-EA29202F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527C7-DC65-4214-B09F-3D17776A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117</a:t>
            </a:fld>
            <a:endParaRPr lang="ru-RU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927E68-B717-4886-901F-C4B0241064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805" y="1019452"/>
            <a:ext cx="11908389" cy="5519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u-RU" sz="1600" dirty="0"/>
              <a:t>•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проведён анализ исполняемых файлов, скомпилированных различными компиляторами и конфигурациями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CMake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GCC, Visual Studio x86/x64,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Были рассмотрены размеры файлов, количество инструкций после анализа и значения энтропии.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Предпочтительно было пользоваться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Pro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позволили получить явное дизассемблированное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декомпилированное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представление программ. Для сравнения результатов также использовались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 ходе работы изучен способ поиска функции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она определяется через точку входа программы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анализ цепочки вызовов инициализационных функций, ведущих к основной логике программы.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Построение графов вызовов помогло наглядно представить последовательность выполнения и взаимодействие частей программы.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показало, что количество найденных инструкций и структура кода могут отличаться в зависимости от используемого анализатора и режима компиляции программы.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031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5373</Words>
  <Application>Microsoft Office PowerPoint</Application>
  <PresentationFormat>Широкоэкранный</PresentationFormat>
  <Paragraphs>245</Paragraphs>
  <Slides>117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117</vt:i4>
      </vt:variant>
    </vt:vector>
  </HeadingPairs>
  <TitlesOfParts>
    <vt:vector size="122" baseType="lpstr">
      <vt:lpstr>Arial</vt:lpstr>
      <vt:lpstr>Calibri</vt:lpstr>
      <vt:lpstr>Calibri Light</vt:lpstr>
      <vt:lpstr>Times New Roman</vt:lpstr>
      <vt:lpstr>Тема Office</vt:lpstr>
      <vt:lpstr>Технология реверс-инжиниринга Задание 2.  </vt:lpstr>
      <vt:lpstr>Код исполняемого файла</vt:lpstr>
      <vt:lpstr>Анализ исполняемого файла CMake_x64 Анализ производился с помощью программы Radare2</vt:lpstr>
      <vt:lpstr>Анализ исполняемого файла CMake_x64 Дизассемблированный код                      Часть 1                                                                         Часть 2</vt:lpstr>
      <vt:lpstr>Анализ исполняемого файла CMake_x64 Дизассемблированный код                                                             Часть 3</vt:lpstr>
      <vt:lpstr>Анализ исполняемого файла CMake_x64 Декомпилированный код                      Часть 1                                                                                       Часть 2  </vt:lpstr>
      <vt:lpstr>Анализ исполняемого файла CMake_x64 Графы вызовов                                   Часть 1                                                                                           Часть 2  </vt:lpstr>
      <vt:lpstr>Анализ исполняемого файла CMake_x64 Графы вызовов                                   Часть 3                                                                                           Часть 4  </vt:lpstr>
      <vt:lpstr>Анализ исполняемого файла Triangle_2022_x32_Debug.exe  Анализ производился с помощью программы IDA PRO  дизассемблированный код                                   Часть 1                                                                                           Часть 2  </vt:lpstr>
      <vt:lpstr>Анализ исполняемого файла CMake_x64 Анализ производился с помощью программы IDA PRO Дизассемблированный код                                   Часть 3                                                                                           Часть 4  </vt:lpstr>
      <vt:lpstr>Анализ исполняемого файла CMake_x64 Анализ производился с помощью программы IDA PRO Декомплированный код   </vt:lpstr>
      <vt:lpstr>Анализ исполняемого файла CMake_x64 Анализ производился с помощью программы IDA PRO Графы вызовов                                      Часть 1                                                                                            Часть 2   </vt:lpstr>
      <vt:lpstr>Анализ исполняемого файла CMake_x64 Анализ производился с помощью программы IDA PRO Графы вызовов                                                                              Часть 3   </vt:lpstr>
      <vt:lpstr>Анализ исполняемого файла CMake_x64 Анализ производился с помощью программы IDA PRO Графы вызовов                                      Часть 4                                                                                            Часть 5   </vt:lpstr>
      <vt:lpstr>Анализ исполняемого файла CMake_x64 Анализ производился с помощью программы Ghidra     Декомпиллированный код       </vt:lpstr>
      <vt:lpstr>Анализ исполняемого файла CMake_x64 Анализ производился с помощью программы Ghidra     Дизассемблированный код       </vt:lpstr>
      <vt:lpstr>Анализ исполняемого файла CMake_x64 Анализ производился с помощью программы Ghidra     Дизассемблированный код       </vt:lpstr>
      <vt:lpstr>Анализ исполняемого файла CMake_x64 Анализ производился с помощью программы Ghidra     Дизассемблированный код       </vt:lpstr>
      <vt:lpstr>Анализ исполняемого файла CMake_x64 Анализ производился с помощью программы Ghidra Графы вызовов       </vt:lpstr>
      <vt:lpstr>Анализ исполняемого файла CMake_x64 Анализ производился с помощью программы x64dbg Дизассемблированный код        </vt:lpstr>
      <vt:lpstr>Анализ исполняемого файла CMake_x64 Анализ производился с помощью программы x64dbg Состояние регистров после выполнения функции main        </vt:lpstr>
      <vt:lpstr>Анализ исполняемого файла GCC_x64  Текст функции main в hex редакторе   </vt:lpstr>
      <vt:lpstr>Анализ исполняемого файла GCC_x64 Анализ производился с помощью программы Radare Дизассемблированный код                       Часть 1                                                                                           Часть 2   </vt:lpstr>
      <vt:lpstr>Анализ исполняемого файла GCC_x64 Анализ производился с помощью программы Radare Декомпиллированный  код                       Часть 1                                                                                   Часть 2  </vt:lpstr>
      <vt:lpstr>Анализ исполняемого файла GCC_x64 Анализ производился с помощью программы Radare Графы вызовов                                  Часть 1                                                                                             Часть 2  </vt:lpstr>
      <vt:lpstr>Анализ исполняемого файла GCC_x64 Анализ производился с помощью программы IDA Дизассемблированный код                                      Часть 1                                                                                                Часть 2  </vt:lpstr>
      <vt:lpstr>Анализ исполняемого файла GCC_x64 Анализ производился с помощью программы IDA Дизассемблированный код                                   Часть 3                                                                              Часть 4  </vt:lpstr>
      <vt:lpstr>Анализ исполняемого файла GCC_x64 Анализ производился с помощью программы IDA Декомпиллированный код                                     </vt:lpstr>
      <vt:lpstr>Анализ исполняемого файла GCC_x64 Анализ производился с помощью программы IDA Графы вызовов                                 Часть 1                                                                                              Часть 2   </vt:lpstr>
      <vt:lpstr>Анализ исполняемого файла GCC_x64 Анализ производился с помощью программы IDA Графы вызовов                                 Часть 3                                                                                              Часть 4   </vt:lpstr>
      <vt:lpstr>Анализ исполняемого файла GCC_x64 Анализ производился с помощью программы IDA Графы вызовов                                                                                 Часть 5   </vt:lpstr>
      <vt:lpstr>Анализ исполняемого файла GCC_x64 Анализ производился с помощью программы Ghidra Дизассемблированный код                                  Часть 1                                                                                Часть 2   </vt:lpstr>
      <vt:lpstr>Анализ исполняемого файла GCC_x64 Анализ производился с помощью программы Ghidra Дизассемблированный код                                  Часть 3                                                                                      Часть 4   </vt:lpstr>
      <vt:lpstr>Анализ исполняемого файла GCC_x64 Анализ производился с помощью программы Ghidra Дизассемблированный код                                                                                   Часть 5   </vt:lpstr>
      <vt:lpstr>Анализ исполняемого файла GCC_x64 Анализ производился с помощью программы Ghidra                                                                      Декомпиллированный код                                                                                      </vt:lpstr>
      <vt:lpstr>Анализ исполняемого файла GCC_x64 Анализ производился с помощью программы Ghidra                                                                      Графы вызовов                                                                                      </vt:lpstr>
      <vt:lpstr>Анализ исполняемого файла GCC_x64 Анализ производился с помощью программы x64dbg   Дизассемблированный файл                                  Часть 1                                                                                        Часть 2                                                                                      </vt:lpstr>
      <vt:lpstr>Анализ исполняемого файла GCC_x64 Анализ производился с помощью программы x64dbg                                           Состояние регистров после выполнения функции main                                                                                       </vt:lpstr>
      <vt:lpstr>Анализ исполняемого файла GCC_x64 Анализ производился с помощью программы x64dbg                                           Состояние регистров после выполнения функции main                                                                                       </vt:lpstr>
      <vt:lpstr>Анализ исполняемого файла VS_2026x64_Debug                                    Анализ производился с помощью программы Radare2                                                                                       </vt:lpstr>
      <vt:lpstr>Анализ исполняемого файла VS_2026x64_Debug                                                Текст функции main в hex редакторе                                                                                       </vt:lpstr>
      <vt:lpstr>Анализ исполняемого файла VS_2026x64_Debug  Анализ производился с помощью программы Radare Дизассемблированный код                     Часть 1                                                     Часть 2                                                   Часть 3                                                                                       </vt:lpstr>
      <vt:lpstr>Анализ исполняемого файла VS_2026x64_Debug  Анализ производился с помощью программы Radare Декомпиллированный код                        Часть 1                                                 Часть 2                                                   Часть 3                                                                                       </vt:lpstr>
      <vt:lpstr>Анализ исполняемого файла VS_2026x64_Debug Анализ производился с помощью программы Radare Графы вызовов                                     Часть 1                                                                              Часть 2                                                                                       </vt:lpstr>
      <vt:lpstr>Анализ исполняемого файла VS_2026x64_Debug Анализ производился с помощью программы Radare Графы вызовов                                     Часть 3                                                                              Часть 4                                                                                       </vt:lpstr>
      <vt:lpstr>Анализ исполняемого файла VS_2026x64_Debug Анализ производился с помощью программы IDA PRO Дизассемблированный код                                     Часть 1                                                                              Часть 2                                                                                       </vt:lpstr>
      <vt:lpstr>Анализ исполняемого файла VS_2026x64_Debug Анализ производился с помощью программы IDA PRO Дизассемблированный код                                     Часть 3                                                                              Часть 4                                                                                        </vt:lpstr>
      <vt:lpstr>Анализ исполняемого файла VS_2026x64_Debug Анализ производился с помощью программы IDA PRO Дизассемблированный код                                                                           Часть 5                                                                                       </vt:lpstr>
      <vt:lpstr>Анализ исполняемого файла VS_2026x64_Debug Анализ производился с помощью программы IDA PRO     Декомпиллированный файл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IDA PRO Графы вызовов    Часть 1      Часть 2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IDA PRO Графы вызовов    Часть 3        Часть 4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IDA PRO Графы вызовов                Часть 5 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Ghidra Дизассемблированный файл                  Часть 1              Часть 2 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Ghidra Дизассемблированный файл                  Часть 3              Часть 4 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Ghidra Дизассемблированный файл                  Часть 5                                                      Часть 6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Ghidra     Декомпиллированный файл  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Ghidra      Графы вызовов  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x64dbg Дизассемблированный код    Часть 1      Часть 2                                                                                                                                                                           </vt:lpstr>
      <vt:lpstr>Анализ исполняемого файла VS_2026x64_Debug Анализ производился с помощью программы x64dbg              Состояние регистров после выполнения функции main                                                                                                                                                                              </vt:lpstr>
      <vt:lpstr>Анализ исполняемого файла VS_2026x64_Release      Текст функции main в hex редакторе                                                                                                                                                                              </vt:lpstr>
      <vt:lpstr>Анализ исполняемого файла VS_2026x64_Release     Анализ программы производился в программе Radare2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Radare2 Дизассемблированный код    Часть 1        Часть 2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Radare2 Декомпилированный код    Часть 1                     Часть 2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Radare2 Графы вызовов   Часть 1                     Часть 2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Radare2 Графы вызовов               Часть 3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IDA PRO Дизассемблированный код    Часть 1       Часть 2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IDA PRO Дизассемблированный код            Часть 3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IDA PRO Декомпилированный код      Часть 1          Часть 2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IDA PRO Графы вызовов      Часть 1              Часть 2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IDA PRO Графы вызовов      Часть 3              Часть 4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Ghidra Дизассемблированный код      Часть 1              Часть 2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Ghidra Дизассемблированный код          Часть 3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Ghidra Декомпилированный код    Часть 1      Часть 2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Ghidra      Графы вызовов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x64dbg Дизассемблированный код              Часть 1              Часть 2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VS_2026x64_Release Анализ производился с помощью программы x64dbg                 Состояние регистров после выполнения функции main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VS_26x32                   Текст функции main в hex редакторе                                                                                                                                                                              </vt:lpstr>
      <vt:lpstr>Анализ исполняемого файла VS_26x32    Анализ файла проводился в программе Radare2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Radare2 Дизассемблированный код   Часть 1              Часть 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Radare2 Дизассемблированный код       Часть 3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Radare2 Декомпиллированный код   Часть 1                      Часть 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Radare2 Графы вызовов   Часть 1              Часть 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Radare2 Графы вызовов   Часть 3                      Часть 4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Radare2 Графы вызовов                  Часть 5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IDA PRO Дизассемблированный код   Часть 1                      Часть 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IDA PRO Дизассемблированный код        Часть 3                     Часть 4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IDA PRO Декомпилированный код        Часть 1                     Часть 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IDA PRO Графы вызовов            Часть 1                                       Часть 2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IDA PRO Графы вызовов            Часть 3                       Часть 4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IDA PRO Графы вызовов                       Часть 5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Ghidra Дизассемблированный код                      Часть 1                 Часть 2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Ghidra Дизассемблированный код                      Часть 3                 Часть 4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Ghidra Декомпиллированный код                      Часть 1                 Часть 2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Ghidra Графы вызовов           Часть 1                   Часть 2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Ghidra Графы вызовов           Часть 3                   Часть 4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Ghidra Графы вызовов              Часть 5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x32dbg Дизассембллированный код    Часть 1                     Часть 2           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VS_26x32 Анализ файла проводился в программе x32dbg    Состояние регистров после выполнения функции main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          Текст функции main в hex редакторе 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        Анализ файла проводился в программе Radare2 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Radare2 Дизассемблированный код         Часть 1          Часть 2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Radare2 Декомпиллированный код         Часть 1                  Часть 2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Radare2 Графы вызовов         Часть 1                  Часть 2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Radare2 Графы вызовов                Часть 3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IDA PRO Дизассемблированный код          Часть 1                Часть 2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IDA PRO Дизассемблированный код                    Часть 3     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IDA PRO Декомпиллированный код                       Часть 1     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IDA PRO Графы связи          Часть 1           Часть 2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IDA PRO Графы связи             Часть 3          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Ghidra Дизассемблированный код          Часть 1           Часть 2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Ghidra Дизассемблированный код          Часть 3           Часть 4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Ghidra Декомпиллированный код          Часть 1           Часть 2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Ghidra      Графы связи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x64dbg Дизассемблированный код          Часть 1           Часть 2                                                                                                                                                                                                                </vt:lpstr>
      <vt:lpstr>Анализ исполняемого файла VS_2019_x64 Анализ файла проводился в программе x64dbg    Состояние регистров после выполнения функции main                                                                                                                                                                                                                  </vt:lpstr>
      <vt:lpstr>Сравнение параметров исполняемых файлов                                                                                                                                                                                                                  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реверс-инжиниринга Задание 1. Сравнение энтропии неупакованного и упакованного файлов</dc:title>
  <dc:creator>Вячеслав Луканкин</dc:creator>
  <cp:lastModifiedBy>Бикбавов Дамир Русланович</cp:lastModifiedBy>
  <cp:revision>107</cp:revision>
  <dcterms:created xsi:type="dcterms:W3CDTF">2026-02-12T07:50:40Z</dcterms:created>
  <dcterms:modified xsi:type="dcterms:W3CDTF">2026-04-29T18:18:05Z</dcterms:modified>
</cp:coreProperties>
</file>