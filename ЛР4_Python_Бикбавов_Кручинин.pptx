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06" r:id="rId3"/>
    <p:sldId id="415" r:id="rId4"/>
    <p:sldId id="277" r:id="rId5"/>
    <p:sldId id="417" r:id="rId6"/>
    <p:sldId id="412" r:id="rId7"/>
    <p:sldId id="411" r:id="rId8"/>
    <p:sldId id="395" r:id="rId9"/>
    <p:sldId id="408" r:id="rId10"/>
    <p:sldId id="409" r:id="rId11"/>
    <p:sldId id="410" r:id="rId12"/>
    <p:sldId id="413" r:id="rId13"/>
    <p:sldId id="414" r:id="rId14"/>
    <p:sldId id="40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ячеслав Луканкин" initials="ВЛ" lastIdx="1" clrIdx="0">
    <p:extLst>
      <p:ext uri="{19B8F6BF-5375-455C-9EA6-DF929625EA0E}">
        <p15:presenceInfo xmlns:p15="http://schemas.microsoft.com/office/powerpoint/2012/main" userId="6f027be5df5f3e5d" providerId="Windows Live"/>
      </p:ext>
    </p:extLst>
  </p:cmAuthor>
  <p:cmAuthor id="2" name="Kirill" initials="K" lastIdx="1" clrIdx="1">
    <p:extLst>
      <p:ext uri="{19B8F6BF-5375-455C-9EA6-DF929625EA0E}">
        <p15:presenceInfo xmlns:p15="http://schemas.microsoft.com/office/powerpoint/2012/main" userId="Kiri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40AD2-A484-41DE-BC06-FF4325DD9370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8A1DE-1B09-4630-AD73-E75276FD1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82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58A63-ABBF-475F-8942-5346544E5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A071A9-1EAA-419C-ADE0-554177705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9A5306-0BE0-4F25-9D1F-3E418A73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BC9E1-008F-428F-8A9F-3C944305E04A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9166B-51E3-4BAB-AE8A-920E54BC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C8733A-FC1E-474E-9D39-9159D96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3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BE857-308E-4CEA-AF5F-99C9CB66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56B8A-6F38-4DFC-8B2F-24A567E2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FEE21-AFF9-482F-A8E4-44272C9A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C786-1C11-44A5-841D-7669A0A8111E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25EF61-9185-4FFE-A986-D95DE645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71ACD-3238-4E36-8113-488E09F8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97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896BA-5C88-4C07-B3D7-2044241D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02A988-7CBA-4944-8381-F2460556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29DF6-955D-41E9-A057-474D62E1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6E36-1A35-4E09-9B75-6CCD6BD873F9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944680-DDC4-4817-A45E-901E9549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DBD49C-C91F-4C13-B31C-274F8DF3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8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DB464-A9AB-402B-891A-22A2FC78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F1E28-D346-453B-B7D6-F02B0819A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C014FE-AF55-4BA6-9CDE-A838B29B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64BCED-6D25-4BEA-AB51-E62ABDD5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2A5CE-209B-41EE-850D-02E0F3A9AE55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33B8F-1A69-4569-9038-04B54640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672E17-65F2-4C25-8099-28056667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0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B15E0-82BF-4444-BB89-85283A66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0EF1FB-AC4A-4E74-9A38-78AFCEED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7EFEDF-D487-4B5E-AF66-6F339BEF8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B51D8E-55F8-4662-A140-50A747E9E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794CF7-571A-4107-980E-667448295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97E7D1-D709-442F-8019-1CCF9740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D0FA-9E98-4D44-932C-E76CCAE0F896}" type="datetime1">
              <a:rPr lang="ru-RU" smtClean="0"/>
              <a:t>29.04.2026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F53CF0-BDCD-4D90-A65E-D428622E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481C43-B42A-459A-B056-42E1BBCC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8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7B466-CA56-4410-8E76-042EA4CD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028F0B-387D-4317-96A7-04617F41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BD9CF-0E86-4ACD-94E5-1BFFB7E28F09}" type="datetime1">
              <a:rPr lang="ru-RU" smtClean="0"/>
              <a:t>29.04.2026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86C09C-6D0F-49A1-BFC9-E4E81845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6AA7C5-B8FE-47C0-B86D-6AF5E45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72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7ED060-5746-4E21-9146-5C5202E5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F5D0-687B-406B-BBAE-3FDF0FECB765}" type="datetime1">
              <a:rPr lang="ru-RU" smtClean="0"/>
              <a:t>29.04.2026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8C9ADF-04F3-447D-B29A-4A0251B6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98F01F-FCEA-446F-8020-AE631A8A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93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FE121-6D9A-4149-9294-84C11508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D605C-6F54-45CC-A127-C7BF96228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4760B6-B5F9-462B-9742-03D50D957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FF12AA-AF02-4151-8CD5-4AE0ABA1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5B94-352E-4AA3-92DB-00F08D14BC6C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3B46D-34D0-4704-859E-985A1432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748175-163B-42F9-BAC6-7911DEA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D9FED-E67C-4EBE-8FEF-2CFB95B2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DE4B39-165C-41F1-B516-2DBA0126F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7E89E5-A1BA-4141-BB60-8521E014A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CBB5F8-2406-4A46-A4E9-EF7080F1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BDE8-BE82-4DF7-A85D-5BBEADE769DD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A51798-84DC-4B33-958D-140F10B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03646F-AE6D-4254-B690-5B693C6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CF9CB-E5B9-49EE-A410-EC9ED71B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4DB5C6-DC03-4477-85F9-6433D887C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684CCB-C517-47BE-BB26-15BD4039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A8609-FCE7-4971-8D4D-0A5E9E815CBF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D6CD1B-4233-4941-A2BA-8870DF12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7A19F-F4A9-4BCA-937F-8B73AEBC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EF9B79-FE79-443E-B993-FEC3722F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F2FEEB-D4BE-47FF-AD52-5FB6BB935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00FB2-4BDB-4C0B-8FC1-E08147ED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2F98-8DBD-400C-B251-C733B32AF5D0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C2382-E973-44F4-AD00-C9DFB90B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F8DED7-04D7-46BD-A0C4-70E38AF3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23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6AC2E-B3EA-4BF3-94D4-81EB6E89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272F78-F218-4D49-8772-19BABE8F7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AF030-432C-4C96-9178-27AF307FE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C1102-B0A2-4BF1-9A31-5AE07E32093E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E083B-B573-43DA-AD92-45E5FE3E8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65E0F-8B71-4FE9-9942-61D38CCA8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15070-8EC7-4896-93E4-CD79ED0A8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Технология реверс-инжиниринга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4. 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23117D-CE7D-427A-BCCB-F5233B6C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9558" y="4850296"/>
            <a:ext cx="3201726" cy="1713222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Презентацию выполнили студенты ТКИ-341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Бикбавов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Дамир Русланович,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Кручинин Игорь Николаевич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Наставники: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Сидоренко Валентина Геннадьевна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140416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24F69-3619-431E-AA4D-0722A439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" y="-9651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55FEA-42C0-4DE7-AD62-240C91EBA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20" y="1083076"/>
            <a:ext cx="11896078" cy="509388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задачи…………………………………………………………...3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файла…………………………………………………….4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Компиляция исполняемого файла…………………………………………..5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Python.…………………………………………………………………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C………………………………………………………………………..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Pyinstxtractor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………………………………………………………...11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..12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BBA65-B506-4E8C-BF12-0A9EB0E3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60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24F69-3619-431E-AA4D-0722A439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" y="-9651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55FEA-42C0-4DE7-AD62-240C91EBA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61" y="417251"/>
            <a:ext cx="11896078" cy="5093887"/>
          </a:xfrm>
        </p:spPr>
        <p:txBody>
          <a:bodyPr>
            <a:noAutofit/>
          </a:bodyPr>
          <a:lstStyle/>
          <a:p>
            <a:pPr indent="0" algn="l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lvl="0" indent="0" algn="l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 качестве исходных данных используем программное обеспечение (ПО) из лабораторной работы "Реверс-инжиниринг ПО, созданного на языке программирования С и С++", конвертированное на язык программирования Python с языка программирования С++ с использованием средств конвертации программного кода ((например, языковой модели с искус</a:t>
            </a:r>
            <a:r>
              <a:rPr lang="en-US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твенным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интеллектом в 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 сервиса AI Code 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converter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описанных в учебном пособии «Учебное пособие реверс-инжиниринг 2 240524», или др.). Проводим анализ и сравнение результатов, полученных в ходе конвертации ПО и его реверс-инжиниринга с использованием различных средств, делаем выводы. Создаем отдельный текстовый файл с содержанием всех ассемблерных кодов и псевдокодов. Сравниваем полученные листинги с листингами, полученными в первой лабораторной работе. В полученных 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файлах при помощи 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редакторов находим тот фрагмент, в котором непосредственно записан код двоичный программы. Имеем с собой файлы с 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принтскринами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или обеспечиваем возможность просмотра. 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Файл с отчетом наименовать: "Лр4_Python Ф1 Ф2 Номер варианта".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BBA65-B506-4E8C-BF12-0A9EB0E3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84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46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4</a:t>
            </a:fld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AD0E3-E782-4C31-A39F-C094EFF31370}"/>
              </a:ext>
            </a:extLst>
          </p:cNvPr>
          <p:cNvSpPr txBox="1"/>
          <p:nvPr/>
        </p:nvSpPr>
        <p:spPr>
          <a:xfrm>
            <a:off x="4675354" y="5987018"/>
            <a:ext cx="2841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Код программы на языке </a:t>
            </a:r>
            <a:r>
              <a:rPr lang="en-US" dirty="0"/>
              <a:t>C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72937A-E687-D872-D59F-B6CEFF474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6" y="642160"/>
            <a:ext cx="3247424" cy="517322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06F142-3D05-EC6E-E688-9E8CDD0FE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950" y="501649"/>
            <a:ext cx="3713819" cy="545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8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7B3A-C8B7-A03A-5915-FD262DDD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8AF3A-1151-EC47-AE6C-C297A332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46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0891B9-80C5-ADF6-7A18-73102208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5</a:t>
            </a:fld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AE1DF-49A1-F585-2DFF-152253DB9984}"/>
              </a:ext>
            </a:extLst>
          </p:cNvPr>
          <p:cNvSpPr txBox="1"/>
          <p:nvPr/>
        </p:nvSpPr>
        <p:spPr>
          <a:xfrm>
            <a:off x="4403196" y="5897325"/>
            <a:ext cx="3385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Код программы на языке</a:t>
            </a:r>
            <a:r>
              <a:rPr lang="en-US" dirty="0"/>
              <a:t> Python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0EF57F-27A4-D13F-543A-1C8DE64E9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99" y="629891"/>
            <a:ext cx="4364670" cy="526743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70F50B-D2DC-5D6F-1B53-EE680A39C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932" y="288318"/>
            <a:ext cx="4257022" cy="550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15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256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Компилляция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исполняемого файла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6</a:t>
            </a:fld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AD0E3-E782-4C31-A39F-C094EFF31370}"/>
              </a:ext>
            </a:extLst>
          </p:cNvPr>
          <p:cNvSpPr txBox="1"/>
          <p:nvPr/>
        </p:nvSpPr>
        <p:spPr>
          <a:xfrm>
            <a:off x="2168058" y="3553844"/>
            <a:ext cx="8347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Командная строка компиляции файла .</a:t>
            </a:r>
            <a:r>
              <a:rPr lang="en-GB" sz="3600" dirty="0" err="1"/>
              <a:t>py</a:t>
            </a:r>
            <a:endParaRPr lang="ru-RU" sz="36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8E33BC6-5DD3-4DD0-92B1-5A149FE5D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19" y="2690247"/>
            <a:ext cx="12035162" cy="613909"/>
          </a:xfrm>
        </p:spPr>
      </p:pic>
    </p:spTree>
    <p:extLst>
      <p:ext uri="{BB962C8B-B14F-4D97-AF65-F5344CB8AC3E}">
        <p14:creationId xmlns:p14="http://schemas.microsoft.com/office/powerpoint/2010/main" val="1140110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46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7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217F5-E8E7-4374-AC18-3F48C50C493E}"/>
              </a:ext>
            </a:extLst>
          </p:cNvPr>
          <p:cNvSpPr txBox="1"/>
          <p:nvPr/>
        </p:nvSpPr>
        <p:spPr>
          <a:xfrm>
            <a:off x="8159974" y="822960"/>
            <a:ext cx="3901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Основная информация исполняемого</a:t>
            </a:r>
            <a:br>
              <a:rPr lang="ru-RU" dirty="0"/>
            </a:br>
            <a:r>
              <a:rPr lang="ru-RU" dirty="0"/>
              <a:t>файла на языке </a:t>
            </a:r>
            <a:r>
              <a:rPr lang="en-GB" dirty="0"/>
              <a:t>Python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9025E1-3E9A-F357-8C0E-CAE4EFFF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9" y="667906"/>
            <a:ext cx="7238277" cy="605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99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AD22-1D36-45E7-B27E-79DEF47320D2}"/>
              </a:ext>
            </a:extLst>
          </p:cNvPr>
          <p:cNvSpPr txBox="1"/>
          <p:nvPr/>
        </p:nvSpPr>
        <p:spPr>
          <a:xfrm>
            <a:off x="2724075" y="6000303"/>
            <a:ext cx="5787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7919AB-4730-D77F-C4B2-FD3DF9145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004"/>
            <a:ext cx="12192000" cy="44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6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AD22-1D36-45E7-B27E-79DEF47320D2}"/>
              </a:ext>
            </a:extLst>
          </p:cNvPr>
          <p:cNvSpPr txBox="1"/>
          <p:nvPr/>
        </p:nvSpPr>
        <p:spPr>
          <a:xfrm>
            <a:off x="2663114" y="6136700"/>
            <a:ext cx="6540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код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A81E1C-A5C6-38A8-A1BA-2DB33A940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1166497"/>
            <a:ext cx="7744906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C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2A5ED-0BCB-44A8-A308-957361E481E0}"/>
              </a:ext>
            </a:extLst>
          </p:cNvPr>
          <p:cNvSpPr txBox="1"/>
          <p:nvPr/>
        </p:nvSpPr>
        <p:spPr>
          <a:xfrm>
            <a:off x="7575603" y="1168400"/>
            <a:ext cx="3901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Основная информация исполняемого</a:t>
            </a:r>
            <a:br>
              <a:rPr lang="ru-RU" dirty="0"/>
            </a:br>
            <a:r>
              <a:rPr lang="ru-RU" dirty="0"/>
              <a:t>файла на языке </a:t>
            </a:r>
            <a:r>
              <a:rPr lang="en-GB" dirty="0"/>
              <a:t>C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A1A61D-CC4E-AC1B-6460-7A394ED7E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54" y="1127395"/>
            <a:ext cx="6938496" cy="559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22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05" y="-32843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C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AD22-1D36-45E7-B27E-79DEF47320D2}"/>
              </a:ext>
            </a:extLst>
          </p:cNvPr>
          <p:cNvSpPr txBox="1"/>
          <p:nvPr/>
        </p:nvSpPr>
        <p:spPr>
          <a:xfrm>
            <a:off x="412593" y="2799578"/>
            <a:ext cx="6540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код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3B3C6-B145-45FF-9AA1-B954791B9032}"/>
              </a:ext>
            </a:extLst>
          </p:cNvPr>
          <p:cNvSpPr txBox="1"/>
          <p:nvPr/>
        </p:nvSpPr>
        <p:spPr>
          <a:xfrm>
            <a:off x="4859508" y="5642913"/>
            <a:ext cx="3246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Адреса кода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F05A38E-2CD4-A560-DD1A-3A82C4197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5" y="884937"/>
            <a:ext cx="7393119" cy="183997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F166A6-FF02-2335-3E56-418B3AFFD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979" y="3326716"/>
            <a:ext cx="5134692" cy="237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30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12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A7974-0067-434B-8C59-CC2BDCF51539}"/>
              </a:ext>
            </a:extLst>
          </p:cNvPr>
          <p:cNvSpPr txBox="1"/>
          <p:nvPr/>
        </p:nvSpPr>
        <p:spPr>
          <a:xfrm>
            <a:off x="2452456" y="445377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Адрес </a:t>
            </a:r>
            <a:r>
              <a:rPr lang="ru-RU" dirty="0" err="1"/>
              <a:t>фукнции</a:t>
            </a:r>
            <a:r>
              <a:rPr lang="ru-RU" dirty="0"/>
              <a:t> </a:t>
            </a:r>
            <a:r>
              <a:rPr lang="en-US" dirty="0"/>
              <a:t>main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4CC5949-AD4A-418A-83D1-32B70476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 Editor Python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EB8011-1054-E322-F795-42E9E29B7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84" y="1343818"/>
            <a:ext cx="7030431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6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13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A7974-0067-434B-8C59-CC2BDCF51539}"/>
              </a:ext>
            </a:extLst>
          </p:cNvPr>
          <p:cNvSpPr txBox="1"/>
          <p:nvPr/>
        </p:nvSpPr>
        <p:spPr>
          <a:xfrm>
            <a:off x="4627485" y="486214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Адрес функции </a:t>
            </a:r>
            <a:r>
              <a:rPr lang="en-US" dirty="0"/>
              <a:t>main</a:t>
            </a:r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B18F3EB-D074-482B-976B-D8E90D20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 Editor Python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78A5FB-727A-9648-96A7-E27F2453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17" y="1343818"/>
            <a:ext cx="6563641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8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4388E-C6D1-400F-92D8-EA29202F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950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527C7-DC65-4214-B09F-3D17776A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14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3817FD7-3A42-4103-8398-7430CA217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240" y="2088047"/>
            <a:ext cx="11724640" cy="1225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GB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0244A9-C9EC-46D2-9380-9C40FEB86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" y="454196"/>
            <a:ext cx="11907520" cy="48237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2218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0F1115"/>
                </a:solidFill>
                <a:effectLst/>
                <a:latin typeface="quote-cjk-patch"/>
              </a:rPr>
              <a:t>Итоговые выводы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Энтропия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является надёжным критерием для первичной классификации исполняемых файлов: высокое значение (более 6.5) с высокой вероятностью указывает на упакованный или интерпретируемый код (Python), низкое (менее 6) — на скомпилированный машинный код (C/C++, ассемблер).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Статистика инструкций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размер файла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позволяют оценить сложность программы: Python-файлы в 480 раз больше C-аналогов при простой логике, а количество машинных инструкций в них превышает в ~5 раз.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Для глубокого реверс-инжиниринга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C-код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предпочтительнее благодаря линейным адресам и предсказуемой структуре, тогда как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Python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требует дополнительных этапов распаковки и анализа байт-кода.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604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21003</TotalTime>
  <Words>428</Words>
  <Application>Microsoft Office PowerPoint</Application>
  <PresentationFormat>Широкоэкранный</PresentationFormat>
  <Paragraphs>55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quote-cjk-patch</vt:lpstr>
      <vt:lpstr>Times New Roman</vt:lpstr>
      <vt:lpstr>Тема Office</vt:lpstr>
      <vt:lpstr>Технология реверс-инжиниринга Задание 4.  </vt:lpstr>
      <vt:lpstr>Оглавление</vt:lpstr>
      <vt:lpstr>Постановка задачи</vt:lpstr>
      <vt:lpstr>Код исполняемого файла</vt:lpstr>
      <vt:lpstr>Код исполняемого файла</vt:lpstr>
      <vt:lpstr>Компилляция исполняемого файла</vt:lpstr>
      <vt:lpstr>Cutter Python</vt:lpstr>
      <vt:lpstr>Cutter Python</vt:lpstr>
      <vt:lpstr>Cutter Python</vt:lpstr>
      <vt:lpstr>Cutter C</vt:lpstr>
      <vt:lpstr>Cutter C</vt:lpstr>
      <vt:lpstr>010 Editor Python</vt:lpstr>
      <vt:lpstr>010 Editor Python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реверс-инжиниринга Задание 1. Сравнение энтропии неупакованного и упакованного файлов</dc:title>
  <dc:creator>Вячеслав Луканкин</dc:creator>
  <cp:lastModifiedBy>Бикбавов Дамир Русланович</cp:lastModifiedBy>
  <cp:revision>122</cp:revision>
  <dcterms:created xsi:type="dcterms:W3CDTF">2026-02-12T07:50:40Z</dcterms:created>
  <dcterms:modified xsi:type="dcterms:W3CDTF">2026-04-29T14:41:24Z</dcterms:modified>
</cp:coreProperties>
</file>